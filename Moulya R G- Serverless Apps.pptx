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metadata/core-properties" Target="docProps/core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9" r:id="rId2"/>
  </p:sldMasterIdLst>
  <p:sldIdLst>
    <p:sldId id="256" r:id="rId3"/>
    <p:sldId id="257" r:id="rId4"/>
    <p:sldId id="259" r:id="rId5"/>
    <p:sldId id="260" r:id="rId6"/>
    <p:sldId id="261" r:id="rId7"/>
    <p:sldId id="262" r:id="rId8"/>
    <p:sldId id="269" r:id="rId9"/>
    <p:sldId id="263" r:id="rId10"/>
    <p:sldId id="266" r:id="rId11"/>
    <p:sldId id="267" r:id="rId12"/>
    <p:sldId id="268" r:id="rId13"/>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21" autoAdjust="0"/>
    <p:restoredTop sz="94660" autoAdjust="0"/>
  </p:normalViewPr>
  <p:slideViewPr>
    <p:cSldViewPr>
      <p:cViewPr>
        <p:scale>
          <a:sx n="90" d="100"/>
          <a:sy n="90" d="100"/>
        </p:scale>
        <p:origin x="-672" y="-9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lt1"/>
        </a:solidFill>
        <a:effectLst/>
      </p:bgPr>
    </p:bg>
    <p:spTree>
      <p:nvGrpSpPr>
        <p:cNvPr id="1" name=""/>
        <p:cNvGrpSpPr/>
        <p:nvPr/>
      </p:nvGrpSpPr>
      <p:grpSpPr>
        <a:xfrm>
          <a:off x="0" y="0"/>
          <a:ext cx="0" cy="0"/>
          <a:chOff x="0" y="0"/>
          <a:chExt cx="0" cy="0"/>
        </a:xfrm>
      </p:grpSpPr>
      <p:pic>
        <p:nvPicPr>
          <p:cNvPr id="4" name="Google Shape;9;p2"/>
          <p:cNvPicPr/>
          <p:nvPr/>
        </p:nvPicPr>
        <p:blipFill>
          <a:blip r:embed="rId2"/>
          <a:stretch/>
        </p:blipFill>
        <p:spPr>
          <a:xfrm>
            <a:off x="0" y="0"/>
            <a:ext cx="9143640" cy="5143320"/>
          </a:xfrm>
          <a:prstGeom prst="rect">
            <a:avLst/>
          </a:prstGeom>
          <a:noFill/>
          <a:ln w="0">
            <a:noFill/>
          </a:ln>
        </p:spPr>
      </p:pic>
      <p:sp>
        <p:nvSpPr>
          <p:cNvPr id="5" name="PlaceHolder 1"/>
          <p:cNvSpPr>
            <a:spLocks noGrp="1"/>
          </p:cNvSpPr>
          <p:nvPr>
            <p:ph type="title"/>
          </p:nvPr>
        </p:nvSpPr>
        <p:spPr>
          <a:xfrm>
            <a:off x="1569960" y="1473120"/>
            <a:ext cx="6003720" cy="1995120"/>
          </a:xfrm>
          <a:prstGeom prst="rect">
            <a:avLst/>
          </a:prstGeom>
          <a:noFill/>
          <a:ln w="0">
            <a:noFill/>
          </a:ln>
        </p:spPr>
        <p:txBody>
          <a:bodyPr lIns="91440" tIns="91440" rIns="91440" bIns="91440" anchor="b">
            <a:noAutofit/>
          </a:bodyPr>
          <a:lstStyle/>
          <a:p>
            <a:pPr indent="0">
              <a:buNone/>
            </a:pPr>
            <a:r>
              <a:rPr lang="fr-FR" sz="7300" b="0" u="none" strike="noStrike">
                <a:solidFill>
                  <a:schemeClr val="dk1"/>
                </a:solidFill>
                <a:effectLst/>
                <a:uFillTx/>
                <a:latin typeface="Arial"/>
              </a:rPr>
              <a:t>Click to edit the title text format</a:t>
            </a:r>
          </a:p>
        </p:txBody>
      </p:sp>
      <p:cxnSp>
        <p:nvCxnSpPr>
          <p:cNvPr id="2" name="Google Shape;12;p2"/>
          <p:cNvCxnSpPr/>
          <p:nvPr/>
        </p:nvCxnSpPr>
        <p:spPr>
          <a:xfrm>
            <a:off x="0" y="300960"/>
            <a:ext cx="7932960" cy="360"/>
          </a:xfrm>
          <a:prstGeom prst="straightConnector1">
            <a:avLst/>
          </a:prstGeom>
          <a:ln w="9525">
            <a:solidFill>
              <a:srgbClr val="FFFFFF"/>
            </a:solidFill>
            <a:round/>
          </a:ln>
        </p:spPr>
      </p:cxn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FFFFFF"/>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FFFFFF"/>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FFFFFF"/>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FFFFFF"/>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bg>
      <p:bgPr>
        <a:solidFill>
          <a:schemeClr val="lt1"/>
        </a:solidFill>
        <a:effectLst/>
      </p:bgPr>
    </p:bg>
    <p:spTree>
      <p:nvGrpSpPr>
        <p:cNvPr id="1" name=""/>
        <p:cNvGrpSpPr/>
        <p:nvPr/>
      </p:nvGrpSpPr>
      <p:grpSpPr>
        <a:xfrm>
          <a:off x="0" y="0"/>
          <a:ext cx="0" cy="0"/>
          <a:chOff x="0" y="0"/>
          <a:chExt cx="0" cy="0"/>
        </a:xfrm>
      </p:grpSpPr>
      <p:pic>
        <p:nvPicPr>
          <p:cNvPr id="4" name="Google Shape;53;p11"/>
          <p:cNvPicPr/>
          <p:nvPr/>
        </p:nvPicPr>
        <p:blipFill>
          <a:blip r:embed="rId2"/>
          <a:stretch/>
        </p:blipFill>
        <p:spPr>
          <a:xfrm rot="10800000">
            <a:off x="360" y="0"/>
            <a:ext cx="9143640" cy="5143320"/>
          </a:xfrm>
          <a:prstGeom prst="rect">
            <a:avLst/>
          </a:prstGeom>
          <a:noFill/>
          <a:ln w="0">
            <a:noFill/>
          </a:ln>
        </p:spPr>
      </p:pic>
      <p:cxnSp>
        <p:nvCxnSpPr>
          <p:cNvPr id="5" name="Google Shape;54;p11"/>
          <p:cNvCxnSpPr/>
          <p:nvPr/>
        </p:nvCxnSpPr>
        <p:spPr>
          <a:xfrm>
            <a:off x="1211400" y="300960"/>
            <a:ext cx="7932960" cy="360"/>
          </a:xfrm>
          <a:prstGeom prst="straightConnector1">
            <a:avLst/>
          </a:prstGeom>
          <a:ln w="9525">
            <a:solidFill>
              <a:srgbClr val="FFFFFF"/>
            </a:solidFill>
            <a:round/>
          </a:ln>
        </p:spPr>
      </p:cxnSp>
      <p:sp>
        <p:nvSpPr>
          <p:cNvPr id="6" name="PlaceHolder 1"/>
          <p:cNvSpPr>
            <a:spLocks noGrp="1"/>
          </p:cNvSpPr>
          <p:nvPr>
            <p:ph type="title"/>
          </p:nvPr>
        </p:nvSpPr>
        <p:spPr>
          <a:xfrm>
            <a:off x="2339280" y="1761840"/>
            <a:ext cx="6575760" cy="1044720"/>
          </a:xfrm>
          <a:prstGeom prst="rect">
            <a:avLst/>
          </a:prstGeom>
          <a:noFill/>
          <a:ln w="0">
            <a:noFill/>
          </a:ln>
        </p:spPr>
        <p:txBody>
          <a:bodyPr lIns="91440" tIns="91440" rIns="91440" bIns="91440" anchor="b">
            <a:noAutofit/>
          </a:bodyPr>
          <a:lstStyle/>
          <a:p>
            <a:pPr indent="0" algn="r">
              <a:lnSpc>
                <a:spcPct val="70000"/>
              </a:lnSpc>
              <a:buNone/>
            </a:pPr>
            <a:r>
              <a:rPr lang="fr-FR" sz="7200" b="0" u="none" strike="noStrike">
                <a:solidFill>
                  <a:schemeClr val="lt1"/>
                </a:solidFill>
                <a:effectLst/>
                <a:uFillTx/>
                <a:latin typeface="Geist ExtraBold"/>
                <a:ea typeface="Geist ExtraBold"/>
              </a:rPr>
              <a:t>xx%</a:t>
            </a:r>
            <a:endParaRPr lang="fr-FR" sz="7200" b="0" u="none" strike="noStrike">
              <a:solidFill>
                <a:schemeClr val="dk1"/>
              </a:solidFill>
              <a:effectLst/>
              <a:uFillTx/>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_1_1_1_1_1_1">
    <p:bg>
      <p:bgPr>
        <a:solidFill>
          <a:schemeClr val="lt1"/>
        </a:solidFill>
        <a:effectLst/>
      </p:bgPr>
    </p:bg>
    <p:spTree>
      <p:nvGrpSpPr>
        <p:cNvPr id="1" name=""/>
        <p:cNvGrpSpPr/>
        <p:nvPr/>
      </p:nvGrpSpPr>
      <p:grpSpPr>
        <a:xfrm>
          <a:off x="0" y="0"/>
          <a:ext cx="0" cy="0"/>
          <a:chOff x="0" y="0"/>
          <a:chExt cx="0" cy="0"/>
        </a:xfrm>
      </p:grpSpPr>
      <p:pic>
        <p:nvPicPr>
          <p:cNvPr id="7" name="Google Shape;59;p13"/>
          <p:cNvPicPr/>
          <p:nvPr/>
        </p:nvPicPr>
        <p:blipFill>
          <a:blip r:embed="rId2"/>
          <a:stretch/>
        </p:blipFill>
        <p:spPr>
          <a:xfrm>
            <a:off x="0" y="0"/>
            <a:ext cx="9143640" cy="5143320"/>
          </a:xfrm>
          <a:prstGeom prst="rect">
            <a:avLst/>
          </a:prstGeom>
          <a:noFill/>
          <a:ln w="0">
            <a:noFill/>
          </a:ln>
        </p:spPr>
      </p:pic>
      <p:sp>
        <p:nvSpPr>
          <p:cNvPr id="8" name="PlaceHolder 1"/>
          <p:cNvSpPr>
            <a:spLocks noGrp="1"/>
          </p:cNvSpPr>
          <p:nvPr>
            <p:ph type="title"/>
          </p:nvPr>
        </p:nvSpPr>
        <p:spPr>
          <a:xfrm>
            <a:off x="6139440" y="4144680"/>
            <a:ext cx="2775960" cy="76968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
        <p:nvSpPr>
          <p:cNvPr id="9" name="PlaceHolder 2"/>
          <p:cNvSpPr>
            <a:spLocks noGrp="1"/>
          </p:cNvSpPr>
          <p:nvPr>
            <p:ph type="title"/>
          </p:nvPr>
        </p:nvSpPr>
        <p:spPr>
          <a:xfrm>
            <a:off x="654840" y="1320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0" name="PlaceHolder 3"/>
          <p:cNvSpPr>
            <a:spLocks noGrp="1"/>
          </p:cNvSpPr>
          <p:nvPr>
            <p:ph type="title"/>
          </p:nvPr>
        </p:nvSpPr>
        <p:spPr>
          <a:xfrm>
            <a:off x="654840" y="1851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1" name="PlaceHolder 4"/>
          <p:cNvSpPr>
            <a:spLocks noGrp="1"/>
          </p:cNvSpPr>
          <p:nvPr>
            <p:ph type="title"/>
          </p:nvPr>
        </p:nvSpPr>
        <p:spPr>
          <a:xfrm>
            <a:off x="654840" y="2382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2" name="PlaceHolder 5"/>
          <p:cNvSpPr>
            <a:spLocks noGrp="1"/>
          </p:cNvSpPr>
          <p:nvPr>
            <p:ph type="title"/>
          </p:nvPr>
        </p:nvSpPr>
        <p:spPr>
          <a:xfrm>
            <a:off x="654840" y="2913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3" name="PlaceHolder 6"/>
          <p:cNvSpPr>
            <a:spLocks noGrp="1"/>
          </p:cNvSpPr>
          <p:nvPr>
            <p:ph type="title"/>
          </p:nvPr>
        </p:nvSpPr>
        <p:spPr>
          <a:xfrm>
            <a:off x="4599720" y="1320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4" name="PlaceHolder 7"/>
          <p:cNvSpPr>
            <a:spLocks noGrp="1"/>
          </p:cNvSpPr>
          <p:nvPr>
            <p:ph type="title"/>
          </p:nvPr>
        </p:nvSpPr>
        <p:spPr>
          <a:xfrm>
            <a:off x="4599720" y="1851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5" name="PlaceHolder 8"/>
          <p:cNvSpPr>
            <a:spLocks noGrp="1"/>
          </p:cNvSpPr>
          <p:nvPr>
            <p:ph type="title"/>
          </p:nvPr>
        </p:nvSpPr>
        <p:spPr>
          <a:xfrm>
            <a:off x="4599720" y="2382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sp>
        <p:nvSpPr>
          <p:cNvPr id="16" name="PlaceHolder 9"/>
          <p:cNvSpPr>
            <a:spLocks noGrp="1"/>
          </p:cNvSpPr>
          <p:nvPr>
            <p:ph type="title"/>
          </p:nvPr>
        </p:nvSpPr>
        <p:spPr>
          <a:xfrm>
            <a:off x="4599720" y="2913840"/>
            <a:ext cx="690480" cy="432360"/>
          </a:xfrm>
          <a:prstGeom prst="rect">
            <a:avLst/>
          </a:prstGeom>
          <a:noFill/>
          <a:ln w="0">
            <a:noFill/>
          </a:ln>
        </p:spPr>
        <p:txBody>
          <a:bodyPr lIns="91440" tIns="91440" rIns="91440" bIns="91440" anchor="ctr">
            <a:noAutofit/>
          </a:bodyPr>
          <a:lstStyle/>
          <a:p>
            <a:pPr indent="0" algn="ctr">
              <a:lnSpc>
                <a:spcPct val="70000"/>
              </a:lnSpc>
              <a:buNone/>
            </a:pPr>
            <a:r>
              <a:rPr lang="fr-FR" sz="2100" b="1" u="none" strike="noStrike">
                <a:solidFill>
                  <a:schemeClr val="dk2"/>
                </a:solidFill>
                <a:effectLst/>
                <a:uFillTx/>
                <a:latin typeface="Geist"/>
                <a:ea typeface="Geist"/>
              </a:rPr>
              <a:t>xx%</a:t>
            </a:r>
            <a:endParaRPr lang="fr-FR" sz="2100" b="0" u="none" strike="noStrike">
              <a:solidFill>
                <a:schemeClr val="dk1"/>
              </a:solidFill>
              <a:effectLst/>
              <a:uFillTx/>
              <a:latin typeface="Arial"/>
            </a:endParaRPr>
          </a:p>
        </p:txBody>
      </p:sp>
      <p:cxnSp>
        <p:nvCxnSpPr>
          <p:cNvPr id="17" name="Google Shape;77;p13"/>
          <p:cNvCxnSpPr/>
          <p:nvPr/>
        </p:nvCxnSpPr>
        <p:spPr>
          <a:xfrm>
            <a:off x="0" y="300960"/>
            <a:ext cx="7932960" cy="360"/>
          </a:xfrm>
          <a:prstGeom prst="straightConnector1">
            <a:avLst/>
          </a:prstGeom>
          <a:ln w="9525">
            <a:solidFill>
              <a:srgbClr val="FFFFFF"/>
            </a:solidFill>
            <a:roun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CUSTOM_4">
    <p:bg>
      <p:bgPr>
        <a:solidFill>
          <a:schemeClr val="lt1"/>
        </a:solidFill>
        <a:effectLst/>
      </p:bgPr>
    </p:bg>
    <p:spTree>
      <p:nvGrpSpPr>
        <p:cNvPr id="1" name=""/>
        <p:cNvGrpSpPr/>
        <p:nvPr/>
      </p:nvGrpSpPr>
      <p:grpSpPr>
        <a:xfrm>
          <a:off x="0" y="0"/>
          <a:ext cx="0" cy="0"/>
          <a:chOff x="0" y="0"/>
          <a:chExt cx="0" cy="0"/>
        </a:xfrm>
      </p:grpSpPr>
      <p:pic>
        <p:nvPicPr>
          <p:cNvPr id="18" name="Google Shape;79;p14"/>
          <p:cNvPicPr/>
          <p:nvPr/>
        </p:nvPicPr>
        <p:blipFill>
          <a:blip r:embed="rId2"/>
          <a:stretch/>
        </p:blipFill>
        <p:spPr>
          <a:xfrm rot="10800000">
            <a:off x="360" y="0"/>
            <a:ext cx="9143640" cy="5143320"/>
          </a:xfrm>
          <a:prstGeom prst="rect">
            <a:avLst/>
          </a:prstGeom>
          <a:noFill/>
          <a:ln w="0">
            <a:noFill/>
          </a:ln>
        </p:spPr>
      </p:pic>
      <p:sp>
        <p:nvSpPr>
          <p:cNvPr id="19" name="PlaceHolder 1"/>
          <p:cNvSpPr>
            <a:spLocks noGrp="1"/>
          </p:cNvSpPr>
          <p:nvPr>
            <p:ph type="title"/>
          </p:nvPr>
        </p:nvSpPr>
        <p:spPr>
          <a:xfrm>
            <a:off x="781920" y="1324080"/>
            <a:ext cx="5879520" cy="106668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cxnSp>
        <p:nvCxnSpPr>
          <p:cNvPr id="20" name="Google Shape;82;p14"/>
          <p:cNvCxnSpPr/>
          <p:nvPr/>
        </p:nvCxnSpPr>
        <p:spPr>
          <a:xfrm>
            <a:off x="1211400" y="300960"/>
            <a:ext cx="7932960" cy="360"/>
          </a:xfrm>
          <a:prstGeom prst="straightConnector1">
            <a:avLst/>
          </a:prstGeom>
          <a:ln w="9525">
            <a:solidFill>
              <a:srgbClr val="FFFFFF"/>
            </a:solidFill>
            <a:round/>
          </a:ln>
        </p:spPr>
      </p:cxnSp>
      <p:sp>
        <p:nvSpPr>
          <p:cNvPr id="21"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FFFFFF"/>
              </a:buClr>
              <a:buSzPct val="45000"/>
              <a:buFont typeface="Wingdings" charset="2"/>
              <a:buChar char=""/>
            </a:pPr>
            <a:r>
              <a:rPr lang="fr-FR" sz="1400" b="0" u="none" strike="noStrike">
                <a:solidFill>
                  <a:srgbClr val="000000"/>
                </a:solidFill>
                <a:effectLst/>
                <a:uFillTx/>
                <a:latin typeface="Arial"/>
              </a:rPr>
              <a:t>Click to edit the outline text format</a:t>
            </a:r>
          </a:p>
          <a:p>
            <a:pPr marL="864000" lvl="1" indent="-324000">
              <a:spcBef>
                <a:spcPts val="1134"/>
              </a:spcBef>
              <a:buClr>
                <a:srgbClr val="FFFFFF"/>
              </a:buClr>
              <a:buSzPct val="75000"/>
              <a:buFont typeface="Symbol" charset="2"/>
              <a:buChar char=""/>
            </a:pPr>
            <a:r>
              <a:rPr lang="fr-FR" sz="1400" b="0" u="none" strike="noStrike">
                <a:solidFill>
                  <a:srgbClr val="000000"/>
                </a:solidFill>
                <a:effectLst/>
                <a:uFillTx/>
                <a:latin typeface="Arial"/>
              </a:rPr>
              <a:t>Second Outline Level</a:t>
            </a:r>
          </a:p>
          <a:p>
            <a:pPr marL="1296000" lvl="2" indent="-288000">
              <a:spcBef>
                <a:spcPts val="850"/>
              </a:spcBef>
              <a:buClr>
                <a:srgbClr val="FFFFFF"/>
              </a:buClr>
              <a:buSzPct val="45000"/>
              <a:buFont typeface="Wingdings" charset="2"/>
              <a:buChar char=""/>
            </a:pPr>
            <a:r>
              <a:rPr lang="fr-FR" sz="1400" b="0" u="none" strike="noStrike">
                <a:solidFill>
                  <a:srgbClr val="000000"/>
                </a:solidFill>
                <a:effectLst/>
                <a:uFillTx/>
                <a:latin typeface="Arial"/>
              </a:rPr>
              <a:t>Third Outline Level</a:t>
            </a:r>
          </a:p>
          <a:p>
            <a:pPr marL="1728000" lvl="3" indent="-216000">
              <a:spcBef>
                <a:spcPts val="567"/>
              </a:spcBef>
              <a:buClr>
                <a:srgbClr val="FFFFFF"/>
              </a:buClr>
              <a:buSzPct val="75000"/>
              <a:buFont typeface="Symbol" charset="2"/>
              <a:buChar char=""/>
            </a:pPr>
            <a:r>
              <a:rPr lang="fr-FR" sz="1400" b="0" u="none" strike="noStrike">
                <a:solidFill>
                  <a:srgbClr val="000000"/>
                </a:solidFill>
                <a:effectLst/>
                <a:uFillTx/>
                <a:latin typeface="Arial"/>
              </a:rPr>
              <a:t>Fourth Outline Level</a:t>
            </a:r>
          </a:p>
          <a:p>
            <a:pPr marL="2160000" lvl="4"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Fifth Outline Level</a:t>
            </a:r>
          </a:p>
          <a:p>
            <a:pPr marL="2592000" lvl="5"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Sixth Outline Level</a:t>
            </a:r>
          </a:p>
          <a:p>
            <a:pPr marL="3024000" lvl="6" indent="-216000">
              <a:spcBef>
                <a:spcPts val="283"/>
              </a:spcBef>
              <a:buClr>
                <a:srgbClr val="FFFFFF"/>
              </a:buClr>
              <a:buSzPct val="45000"/>
              <a:buFont typeface="Wingdings" charset="2"/>
              <a:buChar char=""/>
            </a:pPr>
            <a:r>
              <a:rPr lang="fr-FR" sz="2000" b="0" u="none" strike="noStrike">
                <a:solidFill>
                  <a:srgbClr val="000000"/>
                </a:solidFill>
                <a:effectLst/>
                <a:uFillTx/>
                <a:latin typeface="Arial"/>
              </a:rPr>
              <a:t>Seventh Outline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ONE_COLUMN_TEXT_1">
    <p:bg>
      <p:bgPr>
        <a:solidFill>
          <a:schemeClr val="lt1"/>
        </a:solidFill>
        <a:effectLst/>
      </p:bgPr>
    </p:bg>
    <p:spTree>
      <p:nvGrpSpPr>
        <p:cNvPr id="1" name=""/>
        <p:cNvGrpSpPr/>
        <p:nvPr/>
      </p:nvGrpSpPr>
      <p:grpSpPr>
        <a:xfrm>
          <a:off x="0" y="0"/>
          <a:ext cx="0" cy="0"/>
          <a:chOff x="0" y="0"/>
          <a:chExt cx="0" cy="0"/>
        </a:xfrm>
      </p:grpSpPr>
      <p:pic>
        <p:nvPicPr>
          <p:cNvPr id="22" name="Google Shape;84;p15"/>
          <p:cNvPicPr/>
          <p:nvPr/>
        </p:nvPicPr>
        <p:blipFill>
          <a:blip r:embed="rId2"/>
          <a:stretch/>
        </p:blipFill>
        <p:spPr>
          <a:xfrm rot="10800000">
            <a:off x="360" y="0"/>
            <a:ext cx="9143640" cy="5143320"/>
          </a:xfrm>
          <a:prstGeom prst="rect">
            <a:avLst/>
          </a:prstGeom>
          <a:noFill/>
          <a:ln w="0">
            <a:noFill/>
          </a:ln>
        </p:spPr>
      </p:pic>
      <p:cxnSp>
        <p:nvCxnSpPr>
          <p:cNvPr id="23" name="Google Shape;85;p15"/>
          <p:cNvCxnSpPr/>
          <p:nvPr/>
        </p:nvCxnSpPr>
        <p:spPr>
          <a:xfrm>
            <a:off x="1211400" y="300960"/>
            <a:ext cx="7932960" cy="360"/>
          </a:xfrm>
          <a:prstGeom prst="straightConnector1">
            <a:avLst/>
          </a:prstGeom>
          <a:ln w="9525">
            <a:solidFill>
              <a:srgbClr val="FFFFFF"/>
            </a:solidFill>
            <a:round/>
          </a:ln>
        </p:spPr>
      </p:cxnSp>
      <p:sp>
        <p:nvSpPr>
          <p:cNvPr id="24" name="PlaceHolder 1"/>
          <p:cNvSpPr>
            <a:spLocks noGrp="1"/>
          </p:cNvSpPr>
          <p:nvPr>
            <p:ph type="title"/>
          </p:nvPr>
        </p:nvSpPr>
        <p:spPr>
          <a:xfrm>
            <a:off x="235440" y="527040"/>
            <a:ext cx="2840040" cy="75852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
        <p:nvSpPr>
          <p:cNvPr id="25" name="PlaceHolder 2"/>
          <p:cNvSpPr>
            <a:spLocks noGrp="1"/>
          </p:cNvSpPr>
          <p:nvPr>
            <p:ph type="body"/>
          </p:nvPr>
        </p:nvSpPr>
        <p:spPr>
          <a:xfrm>
            <a:off x="5687280" y="0"/>
            <a:ext cx="3456720" cy="5143320"/>
          </a:xfrm>
          <a:prstGeom prst="rect">
            <a:avLst/>
          </a:prstGeom>
          <a:noFill/>
          <a:ln w="0">
            <a:noFill/>
          </a:ln>
        </p:spPr>
        <p:txBody>
          <a:bodyPr lIns="90000" tIns="45000" rIns="90000" bIns="45000" anchor="t">
            <a:normAutofit/>
          </a:bodyPr>
          <a:lstStyle/>
          <a:p>
            <a:pPr marL="432000" indent="-324000">
              <a:spcBef>
                <a:spcPts val="1417"/>
              </a:spcBef>
              <a:buClr>
                <a:srgbClr val="FFFFFF"/>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FFFFFF"/>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FFFFFF"/>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FFFFFF"/>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USTOM_6">
    <p:bg>
      <p:bgPr>
        <a:solidFill>
          <a:schemeClr val="lt1"/>
        </a:solidFill>
        <a:effectLst/>
      </p:bgPr>
    </p:bg>
    <p:spTree>
      <p:nvGrpSpPr>
        <p:cNvPr id="1" name=""/>
        <p:cNvGrpSpPr/>
        <p:nvPr/>
      </p:nvGrpSpPr>
      <p:grpSpPr>
        <a:xfrm>
          <a:off x="0" y="0"/>
          <a:ext cx="0" cy="0"/>
          <a:chOff x="0" y="0"/>
          <a:chExt cx="0" cy="0"/>
        </a:xfrm>
      </p:grpSpPr>
      <p:pic>
        <p:nvPicPr>
          <p:cNvPr id="26" name="Google Shape;90;p16"/>
          <p:cNvPicPr/>
          <p:nvPr/>
        </p:nvPicPr>
        <p:blipFill>
          <a:blip r:embed="rId2"/>
          <a:stretch/>
        </p:blipFill>
        <p:spPr>
          <a:xfrm rot="10800000">
            <a:off x="360" y="0"/>
            <a:ext cx="9143640" cy="5143320"/>
          </a:xfrm>
          <a:prstGeom prst="rect">
            <a:avLst/>
          </a:prstGeom>
          <a:noFill/>
          <a:ln w="0">
            <a:noFill/>
          </a:ln>
        </p:spPr>
      </p:pic>
      <p:cxnSp>
        <p:nvCxnSpPr>
          <p:cNvPr id="27" name="Google Shape;91;p16"/>
          <p:cNvCxnSpPr/>
          <p:nvPr/>
        </p:nvCxnSpPr>
        <p:spPr>
          <a:xfrm>
            <a:off x="1211400" y="300960"/>
            <a:ext cx="7932960" cy="360"/>
          </a:xfrm>
          <a:prstGeom prst="straightConnector1">
            <a:avLst/>
          </a:prstGeom>
          <a:ln w="9525">
            <a:solidFill>
              <a:srgbClr val="FFFFFF"/>
            </a:solidFill>
            <a:round/>
          </a:ln>
        </p:spPr>
      </p:cxnSp>
      <p:sp>
        <p:nvSpPr>
          <p:cNvPr id="28" name="PlaceHolder 1"/>
          <p:cNvSpPr>
            <a:spLocks noGrp="1"/>
          </p:cNvSpPr>
          <p:nvPr>
            <p:ph type="title"/>
          </p:nvPr>
        </p:nvSpPr>
        <p:spPr>
          <a:xfrm>
            <a:off x="228600" y="320760"/>
            <a:ext cx="3420720" cy="57240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CUSTOM_5">
    <p:bg>
      <p:bgPr>
        <a:solidFill>
          <a:schemeClr val="lt1"/>
        </a:solidFill>
        <a:effectLst/>
      </p:bgPr>
    </p:bg>
    <p:spTree>
      <p:nvGrpSpPr>
        <p:cNvPr id="1" name=""/>
        <p:cNvGrpSpPr/>
        <p:nvPr/>
      </p:nvGrpSpPr>
      <p:grpSpPr>
        <a:xfrm>
          <a:off x="0" y="0"/>
          <a:ext cx="0" cy="0"/>
          <a:chOff x="0" y="0"/>
          <a:chExt cx="0" cy="0"/>
        </a:xfrm>
      </p:grpSpPr>
      <p:pic>
        <p:nvPicPr>
          <p:cNvPr id="29" name="Google Shape;100;p17"/>
          <p:cNvPicPr/>
          <p:nvPr/>
        </p:nvPicPr>
        <p:blipFill>
          <a:blip r:embed="rId2"/>
          <a:stretch/>
        </p:blipFill>
        <p:spPr>
          <a:xfrm>
            <a:off x="0" y="0"/>
            <a:ext cx="9143640" cy="5143320"/>
          </a:xfrm>
          <a:prstGeom prst="rect">
            <a:avLst/>
          </a:prstGeom>
          <a:noFill/>
          <a:ln w="0">
            <a:noFill/>
          </a:ln>
        </p:spPr>
      </p:pic>
      <p:cxnSp>
        <p:nvCxnSpPr>
          <p:cNvPr id="30" name="Google Shape;101;p17"/>
          <p:cNvCxnSpPr/>
          <p:nvPr/>
        </p:nvCxnSpPr>
        <p:spPr>
          <a:xfrm>
            <a:off x="0" y="300960"/>
            <a:ext cx="7932960" cy="360"/>
          </a:xfrm>
          <a:prstGeom prst="straightConnector1">
            <a:avLst/>
          </a:prstGeom>
          <a:ln w="9525">
            <a:solidFill>
              <a:srgbClr val="FFFFFF"/>
            </a:solidFill>
            <a:round/>
          </a:ln>
        </p:spPr>
      </p:cxnSp>
      <p:sp>
        <p:nvSpPr>
          <p:cNvPr id="31" name="PlaceHolder 1"/>
          <p:cNvSpPr>
            <a:spLocks noGrp="1"/>
          </p:cNvSpPr>
          <p:nvPr>
            <p:ph type="title"/>
          </p:nvPr>
        </p:nvSpPr>
        <p:spPr>
          <a:xfrm>
            <a:off x="4838040" y="331200"/>
            <a:ext cx="4077000" cy="57240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USTOM_10">
    <p:bg>
      <p:bgPr>
        <a:solidFill>
          <a:schemeClr val="lt1"/>
        </a:solidFill>
        <a:effectLst/>
      </p:bgPr>
    </p:bg>
    <p:spTree>
      <p:nvGrpSpPr>
        <p:cNvPr id="1" name=""/>
        <p:cNvGrpSpPr/>
        <p:nvPr/>
      </p:nvGrpSpPr>
      <p:grpSpPr>
        <a:xfrm>
          <a:off x="0" y="0"/>
          <a:ext cx="0" cy="0"/>
          <a:chOff x="0" y="0"/>
          <a:chExt cx="0" cy="0"/>
        </a:xfrm>
      </p:grpSpPr>
      <p:pic>
        <p:nvPicPr>
          <p:cNvPr id="32" name="Google Shape;112;p18"/>
          <p:cNvPicPr/>
          <p:nvPr/>
        </p:nvPicPr>
        <p:blipFill>
          <a:blip r:embed="rId2"/>
          <a:stretch/>
        </p:blipFill>
        <p:spPr>
          <a:xfrm>
            <a:off x="0" y="0"/>
            <a:ext cx="9143640" cy="5143320"/>
          </a:xfrm>
          <a:prstGeom prst="rect">
            <a:avLst/>
          </a:prstGeom>
          <a:noFill/>
          <a:ln w="0">
            <a:noFill/>
          </a:ln>
        </p:spPr>
      </p:pic>
      <p:cxnSp>
        <p:nvCxnSpPr>
          <p:cNvPr id="33" name="Google Shape;113;p18"/>
          <p:cNvCxnSpPr/>
          <p:nvPr/>
        </p:nvCxnSpPr>
        <p:spPr>
          <a:xfrm>
            <a:off x="0" y="300960"/>
            <a:ext cx="7932960" cy="360"/>
          </a:xfrm>
          <a:prstGeom prst="straightConnector1">
            <a:avLst/>
          </a:prstGeom>
          <a:ln w="9525">
            <a:solidFill>
              <a:srgbClr val="FFFFFF"/>
            </a:solidFill>
            <a:round/>
          </a:ln>
        </p:spPr>
      </p:cxnSp>
      <p:sp>
        <p:nvSpPr>
          <p:cNvPr id="34" name="PlaceHolder 1"/>
          <p:cNvSpPr>
            <a:spLocks noGrp="1"/>
          </p:cNvSpPr>
          <p:nvPr>
            <p:ph type="title"/>
          </p:nvPr>
        </p:nvSpPr>
        <p:spPr>
          <a:xfrm>
            <a:off x="228600" y="331200"/>
            <a:ext cx="3564360" cy="66672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USTOM_3_1">
    <p:bg>
      <p:bgPr>
        <a:solidFill>
          <a:schemeClr val="lt1"/>
        </a:solidFill>
        <a:effectLst/>
      </p:bgPr>
    </p:bg>
    <p:spTree>
      <p:nvGrpSpPr>
        <p:cNvPr id="1" name=""/>
        <p:cNvGrpSpPr/>
        <p:nvPr/>
      </p:nvGrpSpPr>
      <p:grpSpPr>
        <a:xfrm>
          <a:off x="0" y="0"/>
          <a:ext cx="0" cy="0"/>
          <a:chOff x="0" y="0"/>
          <a:chExt cx="0" cy="0"/>
        </a:xfrm>
      </p:grpSpPr>
      <p:pic>
        <p:nvPicPr>
          <p:cNvPr id="35" name="Google Shape;116;p19"/>
          <p:cNvPicPr/>
          <p:nvPr/>
        </p:nvPicPr>
        <p:blipFill>
          <a:blip r:embed="rId2"/>
          <a:stretch/>
        </p:blipFill>
        <p:spPr>
          <a:xfrm rot="10800000">
            <a:off x="360" y="0"/>
            <a:ext cx="9143640" cy="5143320"/>
          </a:xfrm>
          <a:prstGeom prst="rect">
            <a:avLst/>
          </a:prstGeom>
          <a:noFill/>
          <a:ln w="0">
            <a:noFill/>
          </a:ln>
        </p:spPr>
      </p:pic>
      <p:cxnSp>
        <p:nvCxnSpPr>
          <p:cNvPr id="36" name="Google Shape;117;p19"/>
          <p:cNvCxnSpPr/>
          <p:nvPr/>
        </p:nvCxnSpPr>
        <p:spPr>
          <a:xfrm>
            <a:off x="1211400" y="300960"/>
            <a:ext cx="7932960" cy="360"/>
          </a:xfrm>
          <a:prstGeom prst="straightConnector1">
            <a:avLst/>
          </a:prstGeom>
          <a:ln w="9525">
            <a:solidFill>
              <a:srgbClr val="FFFFFF"/>
            </a:solidFill>
            <a:round/>
          </a:ln>
        </p:spPr>
      </p:cxnSp>
      <p:sp>
        <p:nvSpPr>
          <p:cNvPr id="37" name="PlaceHolder 1"/>
          <p:cNvSpPr>
            <a:spLocks noGrp="1"/>
          </p:cNvSpPr>
          <p:nvPr>
            <p:ph type="title"/>
          </p:nvPr>
        </p:nvSpPr>
        <p:spPr>
          <a:xfrm>
            <a:off x="5194800" y="649080"/>
            <a:ext cx="3713760" cy="1729080"/>
          </a:xfrm>
          <a:prstGeom prst="rect">
            <a:avLst/>
          </a:prstGeom>
          <a:noFill/>
          <a:ln w="0">
            <a:noFill/>
          </a:ln>
        </p:spPr>
        <p:txBody>
          <a:bodyPr lIns="91440" tIns="91440" rIns="91440" bIns="91440" anchor="b">
            <a:noAutofit/>
          </a:bodyPr>
          <a:lstStyle/>
          <a:p>
            <a:pPr indent="0">
              <a:buNone/>
            </a:pPr>
            <a:r>
              <a:rPr lang="fr-FR" sz="7300" b="0" u="none" strike="noStrike">
                <a:solidFill>
                  <a:schemeClr val="dk1"/>
                </a:solidFill>
                <a:effectLst/>
                <a:uFillTx/>
                <a:latin typeface="Arial"/>
              </a:rPr>
              <a:t>Click to edit the title text format</a:t>
            </a:r>
          </a:p>
        </p:txBody>
      </p:sp>
      <p:sp>
        <p:nvSpPr>
          <p:cNvPr id="38" name="Google Shape;120;p19"/>
          <p:cNvSpPr/>
          <p:nvPr/>
        </p:nvSpPr>
        <p:spPr>
          <a:xfrm>
            <a:off x="249120" y="3735720"/>
            <a:ext cx="4945320" cy="55584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noAutofit/>
          </a:bodyPr>
          <a:lstStyle/>
          <a:p>
            <a:pPr defTabSz="914400">
              <a:lnSpc>
                <a:spcPct val="100000"/>
              </a:lnSpc>
              <a:spcBef>
                <a:spcPts val="300"/>
              </a:spcBef>
              <a:tabLst>
                <a:tab pos="0" algn="l"/>
              </a:tabLst>
            </a:pPr>
            <a:r>
              <a:rPr lang="en" sz="1000" b="1" u="none" strike="noStrike">
                <a:solidFill>
                  <a:schemeClr val="dk1"/>
                </a:solidFill>
                <a:effectLst/>
                <a:uFillTx/>
                <a:latin typeface="Open Sans"/>
                <a:ea typeface="Open Sans"/>
              </a:rPr>
              <a:t>CREDITS:</a:t>
            </a:r>
            <a:r>
              <a:rPr lang="en" sz="1000" b="0" u="none" strike="noStrike">
                <a:solidFill>
                  <a:schemeClr val="dk1"/>
                </a:solidFill>
                <a:effectLst/>
                <a:uFillTx/>
                <a:latin typeface="Open Sans"/>
                <a:ea typeface="Open Sans"/>
              </a:rPr>
              <a:t> This presentation template was created by </a:t>
            </a:r>
            <a:r>
              <a:rPr lang="en" sz="1000" b="1" u="sng" strike="noStrike">
                <a:solidFill>
                  <a:schemeClr val="hlink"/>
                </a:solidFill>
                <a:effectLst/>
                <a:uFillTx/>
                <a:latin typeface="Open Sans"/>
                <a:ea typeface="Open Sans"/>
                <a:hlinkClick r:id="rId3"/>
              </a:rPr>
              <a:t>Slidesgo</a:t>
            </a:r>
            <a:r>
              <a:rPr lang="en" sz="1000" b="0" u="none" strike="noStrike">
                <a:solidFill>
                  <a:schemeClr val="dk1"/>
                </a:solidFill>
                <a:effectLst/>
                <a:uFillTx/>
                <a:latin typeface="Open Sans"/>
                <a:ea typeface="Open Sans"/>
              </a:rPr>
              <a:t>, and includes icons, infographics &amp; images by </a:t>
            </a:r>
            <a:r>
              <a:rPr lang="en" sz="1000" b="1" u="sng" strike="noStrike">
                <a:solidFill>
                  <a:schemeClr val="dk1"/>
                </a:solidFill>
                <a:effectLst/>
                <a:uFillTx/>
                <a:latin typeface="Open Sans"/>
                <a:ea typeface="Open Sans"/>
                <a:hlinkClick r:id="rId4"/>
              </a:rPr>
              <a:t>Freepik</a:t>
            </a:r>
            <a:r>
              <a:rPr lang="en" sz="1000" b="0" u="sng" strike="noStrike">
                <a:solidFill>
                  <a:schemeClr val="dk1"/>
                </a:solidFill>
                <a:effectLst/>
                <a:uFillTx/>
                <a:latin typeface="Open Sans"/>
                <a:ea typeface="Open Sans"/>
              </a:rPr>
              <a:t> </a:t>
            </a:r>
            <a:endParaRPr lang="en-US" sz="1000" b="0" u="none" strike="noStrike">
              <a:solidFill>
                <a:srgbClr val="FFFFFF"/>
              </a:solidFill>
              <a:effectLst/>
              <a:uFillTx/>
              <a:latin typeface="OpenSymbo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USTOM_9">
    <p:bg>
      <p:bgPr>
        <a:solidFill>
          <a:schemeClr val="lt1"/>
        </a:solidFill>
        <a:effectLst/>
      </p:bgPr>
    </p:bg>
    <p:spTree>
      <p:nvGrpSpPr>
        <p:cNvPr id="1" name=""/>
        <p:cNvGrpSpPr/>
        <p:nvPr/>
      </p:nvGrpSpPr>
      <p:grpSpPr>
        <a:xfrm>
          <a:off x="0" y="0"/>
          <a:ext cx="0" cy="0"/>
          <a:chOff x="0" y="0"/>
          <a:chExt cx="0" cy="0"/>
        </a:xfrm>
      </p:grpSpPr>
      <p:pic>
        <p:nvPicPr>
          <p:cNvPr id="39" name="Google Shape;122;p20"/>
          <p:cNvPicPr/>
          <p:nvPr/>
        </p:nvPicPr>
        <p:blipFill>
          <a:blip r:embed="rId2"/>
          <a:stretch/>
        </p:blipFill>
        <p:spPr>
          <a:xfrm>
            <a:off x="0" y="0"/>
            <a:ext cx="9143640" cy="5143320"/>
          </a:xfrm>
          <a:prstGeom prst="rect">
            <a:avLst/>
          </a:prstGeom>
          <a:noFill/>
          <a:ln w="0">
            <a:noFill/>
          </a:ln>
        </p:spPr>
      </p:pic>
      <p:cxnSp>
        <p:nvCxnSpPr>
          <p:cNvPr id="40" name="Google Shape;123;p20"/>
          <p:cNvCxnSpPr/>
          <p:nvPr/>
        </p:nvCxnSpPr>
        <p:spPr>
          <a:xfrm>
            <a:off x="0" y="300960"/>
            <a:ext cx="7932960" cy="360"/>
          </a:xfrm>
          <a:prstGeom prst="straightConnector1">
            <a:avLst/>
          </a:prstGeom>
          <a:ln w="9525">
            <a:solidFill>
              <a:srgbClr val="FFFFFF"/>
            </a:solidFill>
            <a:roun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ECTION_HEADER">
    <p:bg>
      <p:bgPr>
        <a:solidFill>
          <a:schemeClr val="lt1"/>
        </a:solidFill>
        <a:effectLst/>
      </p:bgPr>
    </p:bg>
    <p:spTree>
      <p:nvGrpSpPr>
        <p:cNvPr id="1" name=""/>
        <p:cNvGrpSpPr/>
        <p:nvPr/>
      </p:nvGrpSpPr>
      <p:grpSpPr>
        <a:xfrm>
          <a:off x="0" y="0"/>
          <a:ext cx="0" cy="0"/>
          <a:chOff x="0" y="0"/>
          <a:chExt cx="0" cy="0"/>
        </a:xfrm>
      </p:grpSpPr>
      <p:pic>
        <p:nvPicPr>
          <p:cNvPr id="41" name="Google Shape;14;p3"/>
          <p:cNvPicPr/>
          <p:nvPr/>
        </p:nvPicPr>
        <p:blipFill>
          <a:blip r:embed="rId2"/>
          <a:stretch/>
        </p:blipFill>
        <p:spPr>
          <a:xfrm>
            <a:off x="0" y="0"/>
            <a:ext cx="9143640" cy="5143320"/>
          </a:xfrm>
          <a:prstGeom prst="rect">
            <a:avLst/>
          </a:prstGeom>
          <a:noFill/>
          <a:ln w="0">
            <a:noFill/>
          </a:ln>
        </p:spPr>
      </p:pic>
      <p:cxnSp>
        <p:nvCxnSpPr>
          <p:cNvPr id="42" name="Google Shape;15;p3"/>
          <p:cNvCxnSpPr/>
          <p:nvPr/>
        </p:nvCxnSpPr>
        <p:spPr>
          <a:xfrm>
            <a:off x="0" y="300960"/>
            <a:ext cx="7932960" cy="360"/>
          </a:xfrm>
          <a:prstGeom prst="straightConnector1">
            <a:avLst/>
          </a:prstGeom>
          <a:ln w="9525">
            <a:solidFill>
              <a:srgbClr val="FFFFFF"/>
            </a:solidFill>
            <a:round/>
          </a:ln>
        </p:spPr>
      </p:cxnSp>
      <p:sp>
        <p:nvSpPr>
          <p:cNvPr id="43" name="PlaceHolder 1"/>
          <p:cNvSpPr>
            <a:spLocks noGrp="1"/>
          </p:cNvSpPr>
          <p:nvPr>
            <p:ph type="title"/>
          </p:nvPr>
        </p:nvSpPr>
        <p:spPr>
          <a:xfrm>
            <a:off x="3408840" y="2769120"/>
            <a:ext cx="5183640" cy="1261080"/>
          </a:xfrm>
          <a:prstGeom prst="rect">
            <a:avLst/>
          </a:prstGeom>
          <a:noFill/>
          <a:ln w="0">
            <a:noFill/>
          </a:ln>
        </p:spPr>
        <p:txBody>
          <a:bodyPr lIns="91440" tIns="91440" rIns="91440" bIns="91440" anchor="t">
            <a:noAutofit/>
          </a:bodyPr>
          <a:lstStyle/>
          <a:p>
            <a:pPr indent="0">
              <a:buNone/>
            </a:pPr>
            <a:r>
              <a:rPr lang="fr-FR" sz="5400" b="0" u="none" strike="noStrike">
                <a:solidFill>
                  <a:schemeClr val="dk1"/>
                </a:solidFill>
                <a:effectLst/>
                <a:uFillTx/>
                <a:latin typeface="Arial"/>
              </a:rPr>
              <a:t>Click to edit the title text format</a:t>
            </a:r>
          </a:p>
        </p:txBody>
      </p:sp>
      <p:sp>
        <p:nvSpPr>
          <p:cNvPr id="44" name="PlaceHolder 2"/>
          <p:cNvSpPr>
            <a:spLocks noGrp="1"/>
          </p:cNvSpPr>
          <p:nvPr>
            <p:ph type="title"/>
          </p:nvPr>
        </p:nvSpPr>
        <p:spPr>
          <a:xfrm>
            <a:off x="551160" y="1058760"/>
            <a:ext cx="4993560" cy="3455640"/>
          </a:xfrm>
          <a:prstGeom prst="rect">
            <a:avLst/>
          </a:prstGeom>
          <a:noFill/>
          <a:ln w="0">
            <a:noFill/>
          </a:ln>
        </p:spPr>
        <p:txBody>
          <a:bodyPr lIns="91440" tIns="91440" rIns="91440" bIns="91440" anchor="b">
            <a:noAutofit/>
          </a:bodyPr>
          <a:lstStyle/>
          <a:p>
            <a:pPr indent="0">
              <a:lnSpc>
                <a:spcPct val="70000"/>
              </a:lnSpc>
              <a:buNone/>
            </a:pPr>
            <a:r>
              <a:rPr lang="fr-FR" sz="28000" b="0" u="none" strike="noStrike">
                <a:solidFill>
                  <a:schemeClr val="lt1"/>
                </a:solidFill>
                <a:effectLst/>
                <a:uFillTx/>
                <a:latin typeface="Geist ExtraBold"/>
                <a:ea typeface="Geist ExtraBold"/>
              </a:rPr>
              <a:t>xx%</a:t>
            </a:r>
            <a:endParaRPr lang="fr-FR" sz="28000" b="0" u="none" strike="noStrike">
              <a:solidFill>
                <a:schemeClr val="dk1"/>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CUSTOM_9_1">
    <p:bg>
      <p:bgPr>
        <a:solidFill>
          <a:schemeClr val="lt1"/>
        </a:solidFill>
        <a:effectLst/>
      </p:bgPr>
    </p:bg>
    <p:spTree>
      <p:nvGrpSpPr>
        <p:cNvPr id="1" name=""/>
        <p:cNvGrpSpPr/>
        <p:nvPr/>
      </p:nvGrpSpPr>
      <p:grpSpPr>
        <a:xfrm>
          <a:off x="0" y="0"/>
          <a:ext cx="0" cy="0"/>
          <a:chOff x="0" y="0"/>
          <a:chExt cx="0" cy="0"/>
        </a:xfrm>
      </p:grpSpPr>
      <p:pic>
        <p:nvPicPr>
          <p:cNvPr id="45" name="Google Shape;125;p21"/>
          <p:cNvPicPr/>
          <p:nvPr/>
        </p:nvPicPr>
        <p:blipFill>
          <a:blip r:embed="rId2"/>
          <a:stretch/>
        </p:blipFill>
        <p:spPr>
          <a:xfrm rot="10800000">
            <a:off x="360" y="0"/>
            <a:ext cx="9143640" cy="5143320"/>
          </a:xfrm>
          <a:prstGeom prst="rect">
            <a:avLst/>
          </a:prstGeom>
          <a:noFill/>
          <a:ln w="0">
            <a:noFill/>
          </a:ln>
        </p:spPr>
      </p:pic>
      <p:cxnSp>
        <p:nvCxnSpPr>
          <p:cNvPr id="46" name="Google Shape;126;p21"/>
          <p:cNvCxnSpPr/>
          <p:nvPr/>
        </p:nvCxnSpPr>
        <p:spPr>
          <a:xfrm>
            <a:off x="1211400" y="300960"/>
            <a:ext cx="7932960" cy="360"/>
          </a:xfrm>
          <a:prstGeom prst="straightConnector1">
            <a:avLst/>
          </a:prstGeom>
          <a:ln w="9525">
            <a:solidFill>
              <a:srgbClr val="FFFFFF"/>
            </a:solidFill>
            <a:roun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_AND_BODY">
    <p:bg>
      <p:bgPr>
        <a:solidFill>
          <a:schemeClr val="lt1"/>
        </a:solidFill>
        <a:effectLst/>
      </p:bgPr>
    </p:bg>
    <p:spTree>
      <p:nvGrpSpPr>
        <p:cNvPr id="1" name=""/>
        <p:cNvGrpSpPr/>
        <p:nvPr/>
      </p:nvGrpSpPr>
      <p:grpSpPr>
        <a:xfrm>
          <a:off x="0" y="0"/>
          <a:ext cx="0" cy="0"/>
          <a:chOff x="0" y="0"/>
          <a:chExt cx="0" cy="0"/>
        </a:xfrm>
      </p:grpSpPr>
      <p:pic>
        <p:nvPicPr>
          <p:cNvPr id="47" name="Google Shape;19;p4"/>
          <p:cNvPicPr/>
          <p:nvPr/>
        </p:nvPicPr>
        <p:blipFill>
          <a:blip r:embed="rId2"/>
          <a:stretch/>
        </p:blipFill>
        <p:spPr>
          <a:xfrm rot="10800000">
            <a:off x="360" y="0"/>
            <a:ext cx="9143640" cy="5143320"/>
          </a:xfrm>
          <a:prstGeom prst="rect">
            <a:avLst/>
          </a:prstGeom>
          <a:noFill/>
          <a:ln w="0">
            <a:noFill/>
          </a:ln>
        </p:spPr>
      </p:pic>
      <p:sp>
        <p:nvSpPr>
          <p:cNvPr id="48" name="PlaceHolder 1"/>
          <p:cNvSpPr>
            <a:spLocks noGrp="1"/>
          </p:cNvSpPr>
          <p:nvPr>
            <p:ph type="title"/>
          </p:nvPr>
        </p:nvSpPr>
        <p:spPr>
          <a:xfrm>
            <a:off x="228600" y="228600"/>
            <a:ext cx="7703640" cy="57240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
        <p:nvSpPr>
          <p:cNvPr id="49" name="PlaceHolder 2"/>
          <p:cNvSpPr>
            <a:spLocks noGrp="1"/>
          </p:cNvSpPr>
          <p:nvPr>
            <p:ph type="body"/>
          </p:nvPr>
        </p:nvSpPr>
        <p:spPr>
          <a:xfrm>
            <a:off x="228600" y="999360"/>
            <a:ext cx="7703640" cy="3416040"/>
          </a:xfrm>
          <a:prstGeom prst="rect">
            <a:avLst/>
          </a:prstGeom>
          <a:noFill/>
          <a:ln w="0">
            <a:noFill/>
          </a:ln>
        </p:spPr>
        <p:txBody>
          <a:bodyPr lIns="91440" tIns="91440" rIns="91440" bIns="91440" anchor="t">
            <a:noAutofit/>
          </a:bodyPr>
          <a:lstStyle/>
          <a:p>
            <a:pPr marL="432000" indent="-324000">
              <a:spcBef>
                <a:spcPts val="1417"/>
              </a:spcBef>
              <a:buClr>
                <a:srgbClr val="FFFFFF"/>
              </a:buClr>
              <a:buSzPct val="45000"/>
              <a:buFont typeface="Wingdings" charset="2"/>
              <a:buChar char=""/>
            </a:pPr>
            <a:r>
              <a:rPr lang="fr-FR" sz="1200" b="0" u="none" strike="noStrike">
                <a:solidFill>
                  <a:srgbClr val="000000"/>
                </a:solidFill>
                <a:effectLst/>
                <a:uFillTx/>
                <a:latin typeface="Arial"/>
              </a:rPr>
              <a:t>Click to edit the outline text format</a:t>
            </a:r>
          </a:p>
          <a:p>
            <a:pPr marL="864000" lvl="1" indent="-324000">
              <a:spcBef>
                <a:spcPts val="1134"/>
              </a:spcBef>
              <a:buClr>
                <a:srgbClr val="FFFFFF"/>
              </a:buClr>
              <a:buSzPct val="75000"/>
              <a:buFont typeface="Symbol" charset="2"/>
              <a:buChar char=""/>
            </a:pPr>
            <a:r>
              <a:rPr lang="fr-FR" sz="1200" b="0" u="none" strike="noStrike">
                <a:solidFill>
                  <a:srgbClr val="000000"/>
                </a:solidFill>
                <a:effectLst/>
                <a:uFillTx/>
                <a:latin typeface="Arial"/>
              </a:rPr>
              <a:t>Second Outline Level</a:t>
            </a:r>
          </a:p>
          <a:p>
            <a:pPr marL="1296000" lvl="2" indent="-288000">
              <a:spcBef>
                <a:spcPts val="850"/>
              </a:spcBef>
              <a:buClr>
                <a:srgbClr val="FFFFFF"/>
              </a:buClr>
              <a:buSzPct val="45000"/>
              <a:buFont typeface="Wingdings" charset="2"/>
              <a:buChar char=""/>
            </a:pPr>
            <a:r>
              <a:rPr lang="fr-FR" sz="1200" b="0" u="none" strike="noStrike">
                <a:solidFill>
                  <a:srgbClr val="000000"/>
                </a:solidFill>
                <a:effectLst/>
                <a:uFillTx/>
                <a:latin typeface="Arial"/>
              </a:rPr>
              <a:t>Third Outline Level</a:t>
            </a:r>
          </a:p>
          <a:p>
            <a:pPr marL="1728000" lvl="3" indent="-216000">
              <a:spcBef>
                <a:spcPts val="567"/>
              </a:spcBef>
              <a:buClr>
                <a:srgbClr val="FFFFFF"/>
              </a:buClr>
              <a:buSzPct val="75000"/>
              <a:buFont typeface="Symbol" charset="2"/>
              <a:buChar char=""/>
            </a:pPr>
            <a:r>
              <a:rPr lang="fr-FR" sz="1200" b="0" u="none" strike="noStrike">
                <a:solidFill>
                  <a:srgbClr val="000000"/>
                </a:solidFill>
                <a:effectLst/>
                <a:uFillTx/>
                <a:latin typeface="Arial"/>
              </a:rPr>
              <a:t>Fourth Outline Level</a:t>
            </a:r>
          </a:p>
          <a:p>
            <a:pPr marL="2160000" lvl="4" indent="-216000">
              <a:spcBef>
                <a:spcPts val="283"/>
              </a:spcBef>
              <a:buClr>
                <a:srgbClr val="FFFFFF"/>
              </a:buClr>
              <a:buSzPct val="45000"/>
              <a:buFont typeface="Wingdings" charset="2"/>
              <a:buChar char=""/>
            </a:pPr>
            <a:r>
              <a:rPr lang="fr-FR" sz="1200" b="0" u="none" strike="noStrike">
                <a:solidFill>
                  <a:srgbClr val="000000"/>
                </a:solidFill>
                <a:effectLst/>
                <a:uFillTx/>
                <a:latin typeface="Arial"/>
              </a:rPr>
              <a:t>Fifth Outline Level</a:t>
            </a:r>
          </a:p>
          <a:p>
            <a:pPr marL="2592000" lvl="5" indent="-216000">
              <a:spcBef>
                <a:spcPts val="283"/>
              </a:spcBef>
              <a:buClr>
                <a:srgbClr val="FFFFFF"/>
              </a:buClr>
              <a:buSzPct val="45000"/>
              <a:buFont typeface="Wingdings" charset="2"/>
              <a:buChar char=""/>
            </a:pPr>
            <a:r>
              <a:rPr lang="fr-FR" sz="1200" b="0" u="none" strike="noStrike">
                <a:solidFill>
                  <a:srgbClr val="000000"/>
                </a:solidFill>
                <a:effectLst/>
                <a:uFillTx/>
                <a:latin typeface="Arial"/>
              </a:rPr>
              <a:t>Sixth Outline Level</a:t>
            </a:r>
          </a:p>
          <a:p>
            <a:pPr marL="3024000" lvl="6" indent="-216000">
              <a:spcBef>
                <a:spcPts val="283"/>
              </a:spcBef>
              <a:buClr>
                <a:srgbClr val="FFFFFF"/>
              </a:buClr>
              <a:buSzPct val="45000"/>
              <a:buFont typeface="Wingdings" charset="2"/>
              <a:buChar char=""/>
            </a:pPr>
            <a:r>
              <a:rPr lang="fr-FR" sz="1200" b="0" u="none" strike="noStrike">
                <a:solidFill>
                  <a:srgbClr val="000000"/>
                </a:solidFill>
                <a:effectLst/>
                <a:uFillTx/>
                <a:latin typeface="Arial"/>
              </a:rPr>
              <a:t>Seventh Outline Level</a:t>
            </a:r>
          </a:p>
        </p:txBody>
      </p:sp>
      <p:cxnSp>
        <p:nvCxnSpPr>
          <p:cNvPr id="50" name="Google Shape;22;p4"/>
          <p:cNvCxnSpPr/>
          <p:nvPr/>
        </p:nvCxnSpPr>
        <p:spPr>
          <a:xfrm>
            <a:off x="1211400" y="300960"/>
            <a:ext cx="7932960" cy="360"/>
          </a:xfrm>
          <a:prstGeom prst="straightConnector1">
            <a:avLst/>
          </a:prstGeom>
          <a:ln w="9525">
            <a:solidFill>
              <a:srgbClr val="FFFFFF"/>
            </a:solidFill>
            <a:roun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ITLE_AND_TWO_COLUMNS">
    <p:bg>
      <p:bgPr>
        <a:solidFill>
          <a:schemeClr val="lt1"/>
        </a:solidFill>
        <a:effectLst/>
      </p:bgPr>
    </p:bg>
    <p:spTree>
      <p:nvGrpSpPr>
        <p:cNvPr id="1" name=""/>
        <p:cNvGrpSpPr/>
        <p:nvPr/>
      </p:nvGrpSpPr>
      <p:grpSpPr>
        <a:xfrm>
          <a:off x="0" y="0"/>
          <a:ext cx="0" cy="0"/>
          <a:chOff x="0" y="0"/>
          <a:chExt cx="0" cy="0"/>
        </a:xfrm>
      </p:grpSpPr>
      <p:pic>
        <p:nvPicPr>
          <p:cNvPr id="51" name="Google Shape;24;p5"/>
          <p:cNvPicPr/>
          <p:nvPr/>
        </p:nvPicPr>
        <p:blipFill>
          <a:blip r:embed="rId2"/>
          <a:stretch/>
        </p:blipFill>
        <p:spPr>
          <a:xfrm>
            <a:off x="0" y="0"/>
            <a:ext cx="9143640" cy="5143320"/>
          </a:xfrm>
          <a:prstGeom prst="rect">
            <a:avLst/>
          </a:prstGeom>
          <a:noFill/>
          <a:ln w="0">
            <a:noFill/>
          </a:ln>
        </p:spPr>
      </p:pic>
      <p:cxnSp>
        <p:nvCxnSpPr>
          <p:cNvPr id="52" name="Google Shape;25;p5"/>
          <p:cNvCxnSpPr/>
          <p:nvPr/>
        </p:nvCxnSpPr>
        <p:spPr>
          <a:xfrm>
            <a:off x="0" y="300960"/>
            <a:ext cx="7932960" cy="360"/>
          </a:xfrm>
          <a:prstGeom prst="straightConnector1">
            <a:avLst/>
          </a:prstGeom>
          <a:ln w="9525">
            <a:solidFill>
              <a:srgbClr val="FFFFFF"/>
            </a:solidFill>
            <a:round/>
          </a:ln>
        </p:spPr>
      </p:cxnSp>
      <p:sp>
        <p:nvSpPr>
          <p:cNvPr id="53" name="PlaceHolder 1"/>
          <p:cNvSpPr>
            <a:spLocks noGrp="1"/>
          </p:cNvSpPr>
          <p:nvPr>
            <p:ph type="title"/>
          </p:nvPr>
        </p:nvSpPr>
        <p:spPr>
          <a:xfrm>
            <a:off x="6026760" y="331200"/>
            <a:ext cx="2888280" cy="57240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_ONLY">
    <p:bg>
      <p:bgPr>
        <a:solidFill>
          <a:schemeClr val="lt1"/>
        </a:solidFill>
        <a:effectLst/>
      </p:bgPr>
    </p:bg>
    <p:spTree>
      <p:nvGrpSpPr>
        <p:cNvPr id="1" name=""/>
        <p:cNvGrpSpPr/>
        <p:nvPr/>
      </p:nvGrpSpPr>
      <p:grpSpPr>
        <a:xfrm>
          <a:off x="0" y="0"/>
          <a:ext cx="0" cy="0"/>
          <a:chOff x="0" y="0"/>
          <a:chExt cx="0" cy="0"/>
        </a:xfrm>
      </p:grpSpPr>
      <p:pic>
        <p:nvPicPr>
          <p:cNvPr id="54" name="Google Shape;32;p6"/>
          <p:cNvPicPr/>
          <p:nvPr/>
        </p:nvPicPr>
        <p:blipFill>
          <a:blip r:embed="rId2"/>
          <a:stretch/>
        </p:blipFill>
        <p:spPr>
          <a:xfrm rot="10800000">
            <a:off x="360" y="0"/>
            <a:ext cx="9143640" cy="5143320"/>
          </a:xfrm>
          <a:prstGeom prst="rect">
            <a:avLst/>
          </a:prstGeom>
          <a:noFill/>
          <a:ln w="0">
            <a:noFill/>
          </a:ln>
        </p:spPr>
      </p:pic>
      <p:sp>
        <p:nvSpPr>
          <p:cNvPr id="55" name="PlaceHolder 1"/>
          <p:cNvSpPr>
            <a:spLocks noGrp="1"/>
          </p:cNvSpPr>
          <p:nvPr>
            <p:ph type="title"/>
          </p:nvPr>
        </p:nvSpPr>
        <p:spPr>
          <a:xfrm>
            <a:off x="5350680" y="331200"/>
            <a:ext cx="3564360" cy="66672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cxnSp>
        <p:nvCxnSpPr>
          <p:cNvPr id="56" name="Google Shape;34;p6"/>
          <p:cNvCxnSpPr/>
          <p:nvPr/>
        </p:nvCxnSpPr>
        <p:spPr>
          <a:xfrm>
            <a:off x="1211400" y="300960"/>
            <a:ext cx="7932960" cy="360"/>
          </a:xfrm>
          <a:prstGeom prst="straightConnector1">
            <a:avLst/>
          </a:prstGeom>
          <a:ln w="9525">
            <a:solidFill>
              <a:srgbClr val="FFFFFF"/>
            </a:solidFill>
            <a:roun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ONE_COLUMN_TEXT">
    <p:bg>
      <p:bgPr>
        <a:solidFill>
          <a:schemeClr val="lt1"/>
        </a:solidFill>
        <a:effectLst/>
      </p:bgPr>
    </p:bg>
    <p:spTree>
      <p:nvGrpSpPr>
        <p:cNvPr id="1" name=""/>
        <p:cNvGrpSpPr/>
        <p:nvPr/>
      </p:nvGrpSpPr>
      <p:grpSpPr>
        <a:xfrm>
          <a:off x="0" y="0"/>
          <a:ext cx="0" cy="0"/>
          <a:chOff x="0" y="0"/>
          <a:chExt cx="0" cy="0"/>
        </a:xfrm>
      </p:grpSpPr>
      <p:pic>
        <p:nvPicPr>
          <p:cNvPr id="57" name="Google Shape;36;p7"/>
          <p:cNvPicPr/>
          <p:nvPr/>
        </p:nvPicPr>
        <p:blipFill>
          <a:blip r:embed="rId2"/>
          <a:stretch/>
        </p:blipFill>
        <p:spPr>
          <a:xfrm rot="10800000" flipH="1">
            <a:off x="0" y="0"/>
            <a:ext cx="9143640" cy="5143320"/>
          </a:xfrm>
          <a:prstGeom prst="rect">
            <a:avLst/>
          </a:prstGeom>
          <a:noFill/>
          <a:ln w="0">
            <a:noFill/>
          </a:ln>
        </p:spPr>
      </p:pic>
      <p:sp>
        <p:nvSpPr>
          <p:cNvPr id="58" name="PlaceHolder 1"/>
          <p:cNvSpPr>
            <a:spLocks noGrp="1"/>
          </p:cNvSpPr>
          <p:nvPr>
            <p:ph type="title"/>
          </p:nvPr>
        </p:nvSpPr>
        <p:spPr>
          <a:xfrm>
            <a:off x="720000" y="444960"/>
            <a:ext cx="4763520" cy="572400"/>
          </a:xfrm>
          <a:prstGeom prst="rect">
            <a:avLst/>
          </a:prstGeom>
          <a:noFill/>
          <a:ln w="0">
            <a:noFill/>
          </a:ln>
        </p:spPr>
        <p:txBody>
          <a:bodyPr lIns="91440" tIns="91440" rIns="91440" bIns="91440" anchor="t">
            <a:noAutofit/>
          </a:bodyPr>
          <a:lstStyle/>
          <a:p>
            <a:pPr indent="0">
              <a:buNone/>
            </a:pPr>
            <a:r>
              <a:rPr lang="fr-FR" sz="2600" b="0" u="none" strike="noStrike">
                <a:solidFill>
                  <a:schemeClr val="dk1"/>
                </a:solidFill>
                <a:effectLst/>
                <a:uFillTx/>
                <a:latin typeface="Arial"/>
              </a:rPr>
              <a:t>Click to edit the title text format</a:t>
            </a:r>
          </a:p>
        </p:txBody>
      </p:sp>
      <p:cxnSp>
        <p:nvCxnSpPr>
          <p:cNvPr id="59" name="Google Shape;39;p7"/>
          <p:cNvCxnSpPr/>
          <p:nvPr/>
        </p:nvCxnSpPr>
        <p:spPr>
          <a:xfrm>
            <a:off x="0" y="300960"/>
            <a:ext cx="7932960" cy="360"/>
          </a:xfrm>
          <a:prstGeom prst="straightConnector1">
            <a:avLst/>
          </a:prstGeom>
          <a:ln w="9525">
            <a:solidFill>
              <a:srgbClr val="FFFFFF"/>
            </a:solidFill>
            <a:roun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MAIN_POINT">
    <p:bg>
      <p:bgPr>
        <a:solidFill>
          <a:schemeClr val="lt1"/>
        </a:solidFill>
        <a:effectLst/>
      </p:bgPr>
    </p:bg>
    <p:spTree>
      <p:nvGrpSpPr>
        <p:cNvPr id="1" name=""/>
        <p:cNvGrpSpPr/>
        <p:nvPr/>
      </p:nvGrpSpPr>
      <p:grpSpPr>
        <a:xfrm>
          <a:off x="0" y="0"/>
          <a:ext cx="0" cy="0"/>
          <a:chOff x="0" y="0"/>
          <a:chExt cx="0" cy="0"/>
        </a:xfrm>
      </p:grpSpPr>
      <p:pic>
        <p:nvPicPr>
          <p:cNvPr id="60" name="Google Shape;41;p8"/>
          <p:cNvPicPr/>
          <p:nvPr/>
        </p:nvPicPr>
        <p:blipFill>
          <a:blip r:embed="rId2"/>
          <a:stretch/>
        </p:blipFill>
        <p:spPr>
          <a:xfrm rot="10800000">
            <a:off x="360" y="0"/>
            <a:ext cx="9143640" cy="5143320"/>
          </a:xfrm>
          <a:prstGeom prst="rect">
            <a:avLst/>
          </a:prstGeom>
          <a:noFill/>
          <a:ln w="0">
            <a:noFill/>
          </a:ln>
        </p:spPr>
      </p:pic>
      <p:sp>
        <p:nvSpPr>
          <p:cNvPr id="61" name="PlaceHolder 1"/>
          <p:cNvSpPr>
            <a:spLocks noGrp="1"/>
          </p:cNvSpPr>
          <p:nvPr>
            <p:ph type="title"/>
          </p:nvPr>
        </p:nvSpPr>
        <p:spPr>
          <a:xfrm>
            <a:off x="1768680" y="1307160"/>
            <a:ext cx="5606640" cy="2529000"/>
          </a:xfrm>
          <a:prstGeom prst="rect">
            <a:avLst/>
          </a:prstGeom>
          <a:noFill/>
          <a:ln w="0">
            <a:noFill/>
          </a:ln>
        </p:spPr>
        <p:txBody>
          <a:bodyPr lIns="91440" tIns="91440" rIns="91440" bIns="91440" anchor="ctr">
            <a:noAutofit/>
          </a:bodyPr>
          <a:lstStyle/>
          <a:p>
            <a:pPr indent="0">
              <a:buNone/>
            </a:pPr>
            <a:r>
              <a:rPr lang="fr-FR" sz="6000" b="0" u="none" strike="noStrike">
                <a:solidFill>
                  <a:schemeClr val="dk1"/>
                </a:solidFill>
                <a:effectLst/>
                <a:uFillTx/>
                <a:latin typeface="Arial"/>
              </a:rPr>
              <a:t>Click to edit the title text format</a:t>
            </a:r>
          </a:p>
        </p:txBody>
      </p:sp>
      <p:cxnSp>
        <p:nvCxnSpPr>
          <p:cNvPr id="62" name="Google Shape;43;p8"/>
          <p:cNvCxnSpPr/>
          <p:nvPr/>
        </p:nvCxnSpPr>
        <p:spPr>
          <a:xfrm>
            <a:off x="1211400" y="300960"/>
            <a:ext cx="7932960" cy="360"/>
          </a:xfrm>
          <a:prstGeom prst="straightConnector1">
            <a:avLst/>
          </a:prstGeom>
          <a:ln w="9525">
            <a:solidFill>
              <a:srgbClr val="FFFFFF"/>
            </a:solidFill>
            <a:roun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ECTION_TITLE_AND_DESCRIPTION">
    <p:bg>
      <p:bgPr>
        <a:solidFill>
          <a:schemeClr val="lt1"/>
        </a:solidFill>
        <a:effectLst/>
      </p:bgPr>
    </p:bg>
    <p:spTree>
      <p:nvGrpSpPr>
        <p:cNvPr id="1" name=""/>
        <p:cNvGrpSpPr/>
        <p:nvPr/>
      </p:nvGrpSpPr>
      <p:grpSpPr>
        <a:xfrm>
          <a:off x="0" y="0"/>
          <a:ext cx="0" cy="0"/>
          <a:chOff x="0" y="0"/>
          <a:chExt cx="0" cy="0"/>
        </a:xfrm>
      </p:grpSpPr>
      <p:pic>
        <p:nvPicPr>
          <p:cNvPr id="63" name="Google Shape;45;p9"/>
          <p:cNvPicPr/>
          <p:nvPr/>
        </p:nvPicPr>
        <p:blipFill>
          <a:blip r:embed="rId2"/>
          <a:stretch/>
        </p:blipFill>
        <p:spPr>
          <a:xfrm rot="10800000" flipH="1">
            <a:off x="0" y="0"/>
            <a:ext cx="9143640" cy="5143320"/>
          </a:xfrm>
          <a:prstGeom prst="rect">
            <a:avLst/>
          </a:prstGeom>
          <a:noFill/>
          <a:ln w="0">
            <a:noFill/>
          </a:ln>
        </p:spPr>
      </p:pic>
      <p:sp>
        <p:nvSpPr>
          <p:cNvPr id="64" name="PlaceHolder 1"/>
          <p:cNvSpPr>
            <a:spLocks noGrp="1"/>
          </p:cNvSpPr>
          <p:nvPr>
            <p:ph type="title"/>
          </p:nvPr>
        </p:nvSpPr>
        <p:spPr>
          <a:xfrm>
            <a:off x="2135520" y="1441800"/>
            <a:ext cx="4872600" cy="1186920"/>
          </a:xfrm>
          <a:prstGeom prst="rect">
            <a:avLst/>
          </a:prstGeom>
          <a:noFill/>
          <a:ln w="0">
            <a:noFill/>
          </a:ln>
        </p:spPr>
        <p:txBody>
          <a:bodyPr lIns="91440" tIns="91440" rIns="91440" bIns="91440" anchor="b">
            <a:noAutofit/>
          </a:bodyPr>
          <a:lstStyle/>
          <a:p>
            <a:pPr indent="0">
              <a:buNone/>
            </a:pPr>
            <a:r>
              <a:rPr lang="fr-FR" sz="6000" b="0" u="none" strike="noStrike">
                <a:solidFill>
                  <a:schemeClr val="dk1"/>
                </a:solidFill>
                <a:effectLst/>
                <a:uFillTx/>
                <a:latin typeface="Arial"/>
              </a:rPr>
              <a:t>Click to edit the title text format</a:t>
            </a:r>
          </a:p>
        </p:txBody>
      </p:sp>
      <p:cxnSp>
        <p:nvCxnSpPr>
          <p:cNvPr id="65" name="Google Shape;48;p9"/>
          <p:cNvCxnSpPr/>
          <p:nvPr/>
        </p:nvCxnSpPr>
        <p:spPr>
          <a:xfrm>
            <a:off x="0" y="300960"/>
            <a:ext cx="7932960" cy="360"/>
          </a:xfrm>
          <a:prstGeom prst="straightConnector1">
            <a:avLst/>
          </a:prstGeom>
          <a:ln w="9525">
            <a:solidFill>
              <a:srgbClr val="FFFFFF"/>
            </a:solidFill>
            <a:round/>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CAPTION_ONLY">
    <p:bg>
      <p:bgPr>
        <a:solidFill>
          <a:schemeClr val="lt1"/>
        </a:solidFill>
        <a:effectLst/>
      </p:bgPr>
    </p:bg>
    <p:spTree>
      <p:nvGrpSpPr>
        <p:cNvPr id="1" name=""/>
        <p:cNvGrpSpPr/>
        <p:nvPr/>
      </p:nvGrpSpPr>
      <p:grpSpPr>
        <a:xfrm>
          <a:off x="0" y="0"/>
          <a:ext cx="0" cy="0"/>
          <a:chOff x="0" y="0"/>
          <a:chExt cx="0" cy="0"/>
        </a:xfrm>
      </p:grpSpPr>
      <p:sp>
        <p:nvSpPr>
          <p:cNvPr id="66" name="PlaceHolder 1"/>
          <p:cNvSpPr>
            <a:spLocks noGrp="1"/>
          </p:cNvSpPr>
          <p:nvPr>
            <p:ph type="body"/>
          </p:nvPr>
        </p:nvSpPr>
        <p:spPr>
          <a:xfrm>
            <a:off x="0" y="0"/>
            <a:ext cx="9143640" cy="5143320"/>
          </a:xfrm>
          <a:prstGeom prst="rect">
            <a:avLst/>
          </a:prstGeom>
          <a:noFill/>
          <a:ln w="0">
            <a:noFill/>
          </a:ln>
        </p:spPr>
        <p:txBody>
          <a:bodyPr lIns="90000" tIns="45000" rIns="90000" bIns="45000" anchor="t">
            <a:normAutofit/>
          </a:bodyPr>
          <a:lstStyle/>
          <a:p>
            <a:pPr marL="432000" indent="-324000">
              <a:spcBef>
                <a:spcPts val="1417"/>
              </a:spcBef>
              <a:buClr>
                <a:srgbClr val="FFFFFF"/>
              </a:buClr>
              <a:buSzPct val="45000"/>
              <a:buFont typeface="Wingdings" charset="2"/>
              <a:buChar char=""/>
            </a:pPr>
            <a:r>
              <a:rPr lang="fr-FR" sz="1800" b="0" u="none" strike="noStrike">
                <a:solidFill>
                  <a:srgbClr val="000000"/>
                </a:solidFill>
                <a:effectLst/>
                <a:uFillTx/>
                <a:latin typeface="Arial"/>
              </a:rPr>
              <a:t>Click to edit the outline text format</a:t>
            </a:r>
          </a:p>
          <a:p>
            <a:pPr marL="864000" lvl="1" indent="-324000">
              <a:spcBef>
                <a:spcPts val="1134"/>
              </a:spcBef>
              <a:buClr>
                <a:srgbClr val="FFFFFF"/>
              </a:buClr>
              <a:buSzPct val="75000"/>
              <a:buFont typeface="Symbol" charset="2"/>
              <a:buChar char=""/>
            </a:pPr>
            <a:r>
              <a:rPr lang="fr-FR" sz="1800" b="0" u="none" strike="noStrike">
                <a:solidFill>
                  <a:srgbClr val="000000"/>
                </a:solidFill>
                <a:effectLst/>
                <a:uFillTx/>
                <a:latin typeface="Arial"/>
              </a:rPr>
              <a:t>Second Outline Level</a:t>
            </a:r>
          </a:p>
          <a:p>
            <a:pPr marL="1296000" lvl="2" indent="-288000">
              <a:spcBef>
                <a:spcPts val="850"/>
              </a:spcBef>
              <a:buClr>
                <a:srgbClr val="FFFFFF"/>
              </a:buClr>
              <a:buSzPct val="45000"/>
              <a:buFont typeface="Wingdings" charset="2"/>
              <a:buChar char=""/>
            </a:pPr>
            <a:r>
              <a:rPr lang="fr-FR" sz="1800" b="0" u="none" strike="noStrike">
                <a:solidFill>
                  <a:srgbClr val="000000"/>
                </a:solidFill>
                <a:effectLst/>
                <a:uFillTx/>
                <a:latin typeface="Arial"/>
              </a:rPr>
              <a:t>Third Outline Level</a:t>
            </a:r>
          </a:p>
          <a:p>
            <a:pPr marL="1728000" lvl="3" indent="-216000">
              <a:spcBef>
                <a:spcPts val="567"/>
              </a:spcBef>
              <a:buClr>
                <a:srgbClr val="FFFFFF"/>
              </a:buClr>
              <a:buSzPct val="75000"/>
              <a:buFont typeface="Symbol" charset="2"/>
              <a:buChar char=""/>
            </a:pPr>
            <a:r>
              <a:rPr lang="fr-FR" sz="1800" b="0" u="none" strike="noStrike">
                <a:solidFill>
                  <a:srgbClr val="000000"/>
                </a:solidFill>
                <a:effectLst/>
                <a:uFillTx/>
                <a:latin typeface="Arial"/>
              </a:rPr>
              <a:t>Fourth Outline Level</a:t>
            </a:r>
          </a:p>
          <a:p>
            <a:pPr marL="2160000" lvl="4"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Fifth Outline Level</a:t>
            </a:r>
          </a:p>
          <a:p>
            <a:pPr marL="2592000" lvl="5"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Sixth Outline Level</a:t>
            </a:r>
          </a:p>
          <a:p>
            <a:pPr marL="3024000" lvl="6" indent="-216000">
              <a:spcBef>
                <a:spcPts val="283"/>
              </a:spcBef>
              <a:buClr>
                <a:srgbClr val="FFFFFF"/>
              </a:buClr>
              <a:buSzPct val="45000"/>
              <a:buFont typeface="Wingdings" charset="2"/>
              <a:buChar char=""/>
            </a:pPr>
            <a:r>
              <a:rPr lang="fr-FR" sz="1800" b="0" u="none" strike="noStrike">
                <a:solidFill>
                  <a:srgbClr val="000000"/>
                </a:solidFill>
                <a:effectLst/>
                <a:uFillTx/>
                <a:latin typeface="Arial"/>
              </a:rPr>
              <a:t>Seventh Outline Level</a:t>
            </a:r>
          </a:p>
        </p:txBody>
      </p:sp>
      <p:sp>
        <p:nvSpPr>
          <p:cNvPr id="67" name="PlaceHolder 2"/>
          <p:cNvSpPr>
            <a:spLocks noGrp="1"/>
          </p:cNvSpPr>
          <p:nvPr>
            <p:ph type="title"/>
          </p:nvPr>
        </p:nvSpPr>
        <p:spPr>
          <a:xfrm>
            <a:off x="720000" y="4014360"/>
            <a:ext cx="7703640" cy="572400"/>
          </a:xfrm>
          <a:prstGeom prst="rect">
            <a:avLst/>
          </a:prstGeom>
          <a:solidFill>
            <a:schemeClr val="lt2"/>
          </a:solidFill>
          <a:ln w="0">
            <a:noFill/>
          </a:ln>
        </p:spPr>
        <p:txBody>
          <a:bodyPr lIns="91440" tIns="91440" rIns="91440" bIns="91440" anchor="t">
            <a:noAutofit/>
          </a:bodyPr>
          <a:lstStyle/>
          <a:p>
            <a:pPr indent="0">
              <a:buNone/>
            </a:pPr>
            <a:r>
              <a:rPr lang="fr-FR" sz="2500" b="0" u="none" strike="noStrike">
                <a:solidFill>
                  <a:schemeClr val="dk1"/>
                </a:solidFill>
                <a:effectLst/>
                <a:uFillTx/>
                <a:latin typeface="Arial"/>
              </a:rPr>
              <a:t>Click to edit the title text format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imple-light-2">
    <p:bg>
      <p:bgPr>
        <a:solidFill>
          <a:schemeClr val="dk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CUSTOM_2_1">
    <p:bg>
      <p:bgPr>
        <a:solidFill>
          <a:schemeClr val="dk1"/>
        </a:solidFill>
        <a:effectLst/>
      </p:bgPr>
    </p:bg>
    <p:spTree>
      <p:nvGrpSpPr>
        <p:cNvPr id="1" name=""/>
        <p:cNvGrpSpPr/>
        <p:nvPr/>
      </p:nvGrpSpPr>
      <p:grpSpPr>
        <a:xfrm>
          <a:off x="0" y="0"/>
          <a:ext cx="0" cy="0"/>
          <a:chOff x="0" y="0"/>
          <a:chExt cx="0" cy="0"/>
        </a:xfrm>
      </p:grpSpPr>
      <p:sp>
        <p:nvSpPr>
          <p:cNvPr id="68" name="Google Shape;132;p24"/>
          <p:cNvSpPr/>
          <p:nvPr/>
        </p:nvSpPr>
        <p:spPr>
          <a:xfrm>
            <a:off x="0" y="-10440"/>
            <a:ext cx="9143640" cy="1180440"/>
          </a:xfrm>
          <a:prstGeom prst="rect">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
        <p:nvSpPr>
          <p:cNvPr id="69" name="PlaceHolder 1"/>
          <p:cNvSpPr>
            <a:spLocks noGrp="1"/>
          </p:cNvSpPr>
          <p:nvPr>
            <p:ph type="title"/>
          </p:nvPr>
        </p:nvSpPr>
        <p:spPr>
          <a:xfrm>
            <a:off x="713160" y="539640"/>
            <a:ext cx="7717320" cy="482040"/>
          </a:xfrm>
          <a:prstGeom prst="rect">
            <a:avLst/>
          </a:prstGeom>
          <a:noFill/>
          <a:ln w="0">
            <a:noFill/>
          </a:ln>
        </p:spPr>
        <p:txBody>
          <a:bodyPr lIns="91440" tIns="91440" rIns="91440" bIns="91440" anchor="t">
            <a:noAutofit/>
          </a:bodyPr>
          <a:lstStyle/>
          <a:p>
            <a:pPr indent="0">
              <a:buNone/>
            </a:pPr>
            <a:r>
              <a:rPr lang="fr-FR" sz="2200" b="0" u="none" strike="noStrike">
                <a:solidFill>
                  <a:schemeClr val="dk1"/>
                </a:solidFill>
                <a:effectLst/>
                <a:uFillTx/>
                <a:latin typeface="Arial"/>
              </a:rPr>
              <a:t>Click to edit the title text format</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CUSTOM_2_1_1">
    <p:bg>
      <p:bgPr>
        <a:solidFill>
          <a:schemeClr val="dk1"/>
        </a:solidFill>
        <a:effectLst/>
      </p:bgPr>
    </p:bg>
    <p:spTree>
      <p:nvGrpSpPr>
        <p:cNvPr id="1" name=""/>
        <p:cNvGrpSpPr/>
        <p:nvPr/>
      </p:nvGrpSpPr>
      <p:grpSpPr>
        <a:xfrm>
          <a:off x="0" y="0"/>
          <a:ext cx="0" cy="0"/>
          <a:chOff x="0" y="0"/>
          <a:chExt cx="0" cy="0"/>
        </a:xfrm>
      </p:grpSpPr>
      <p:sp>
        <p:nvSpPr>
          <p:cNvPr id="70" name="Google Shape;135;p25"/>
          <p:cNvSpPr/>
          <p:nvPr/>
        </p:nvSpPr>
        <p:spPr>
          <a:xfrm>
            <a:off x="0" y="-10440"/>
            <a:ext cx="9143640" cy="1180440"/>
          </a:xfrm>
          <a:prstGeom prst="rect">
            <a:avLst/>
          </a:prstGeom>
          <a:solidFill>
            <a:schemeClr val="accen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defTabSz="914400">
              <a:lnSpc>
                <a:spcPct val="100000"/>
              </a:lnSpc>
              <a:tabLst>
                <a:tab pos="0" algn="l"/>
              </a:tabLst>
            </a:pPr>
            <a:endParaRPr lang="en-US" sz="1800" b="0" u="none" strike="noStrike">
              <a:solidFill>
                <a:srgbClr val="000000"/>
              </a:solidFill>
              <a:effectLst/>
              <a:uFillTx/>
              <a:latin typeface="OpenSymbol"/>
            </a:endParaRPr>
          </a:p>
        </p:txBody>
      </p:sp>
      <p:sp>
        <p:nvSpPr>
          <p:cNvPr id="71" name="PlaceHolder 1"/>
          <p:cNvSpPr>
            <a:spLocks noGrp="1"/>
          </p:cNvSpPr>
          <p:nvPr>
            <p:ph type="title"/>
          </p:nvPr>
        </p:nvSpPr>
        <p:spPr>
          <a:xfrm>
            <a:off x="728640" y="539640"/>
            <a:ext cx="3347280" cy="482040"/>
          </a:xfrm>
          <a:prstGeom prst="rect">
            <a:avLst/>
          </a:prstGeom>
          <a:noFill/>
          <a:ln w="0">
            <a:noFill/>
          </a:ln>
        </p:spPr>
        <p:txBody>
          <a:bodyPr lIns="91440" tIns="91440" rIns="91440" bIns="91440" anchor="t">
            <a:noAutofit/>
          </a:bodyPr>
          <a:lstStyle/>
          <a:p>
            <a:pPr indent="0">
              <a:buNone/>
            </a:pPr>
            <a:r>
              <a:rPr lang="fr-FR" sz="2200" b="0" u="none" strike="noStrike">
                <a:solidFill>
                  <a:schemeClr val="dk1"/>
                </a:solidFill>
                <a:effectLst/>
                <a:uFillTx/>
                <a:latin typeface="Arial"/>
              </a:rPr>
              <a:t>Click to edit the title text format</a:t>
            </a:r>
          </a:p>
        </p:txBody>
      </p:sp>
      <p:sp>
        <p:nvSpPr>
          <p:cNvPr id="72" name="PlaceHolder 2"/>
          <p:cNvSpPr>
            <a:spLocks noGrp="1"/>
          </p:cNvSpPr>
          <p:nvPr>
            <p:ph type="title"/>
          </p:nvPr>
        </p:nvSpPr>
        <p:spPr>
          <a:xfrm>
            <a:off x="4977720" y="539640"/>
            <a:ext cx="3458160" cy="482040"/>
          </a:xfrm>
          <a:prstGeom prst="rect">
            <a:avLst/>
          </a:prstGeom>
          <a:noFill/>
          <a:ln w="0">
            <a:noFill/>
          </a:ln>
        </p:spPr>
        <p:txBody>
          <a:bodyPr lIns="91440" tIns="91440" rIns="91440" bIns="91440" anchor="t">
            <a:noAutofit/>
          </a:bodyPr>
          <a:lstStyle/>
          <a:p>
            <a:pPr indent="0">
              <a:buNone/>
            </a:pPr>
            <a:r>
              <a:rPr lang="fr-FR" sz="2200" b="0" u="none" strike="noStrike">
                <a:solidFill>
                  <a:schemeClr val="dk1"/>
                </a:solidFill>
                <a:effectLst/>
                <a:uFillTx/>
                <a:latin typeface="Arial"/>
              </a:rPr>
              <a:t>Click to edit the title text format</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3.xml"/><Relationship Id="rId2" Type="http://schemas.openxmlformats.org/officeDocument/2006/relationships/slideLayout" Target="../slideLayouts/slideLayout22.xml"/><Relationship Id="rId1" Type="http://schemas.openxmlformats.org/officeDocument/2006/relationships/slideLayout" Target="../slideLayouts/slideLayout21.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txStyles>
    <p:titleStyle/>
    <p:bodyStyle/>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1571760" y="1476360"/>
            <a:ext cx="6000480" cy="1990440"/>
          </a:xfrm>
          <a:prstGeom prst="rect">
            <a:avLst/>
          </a:prstGeom>
          <a:noFill/>
          <a:ln w="0">
            <a:noFill/>
          </a:ln>
        </p:spPr>
        <p:txBody>
          <a:bodyPr lIns="91440" tIns="91440" rIns="91440" bIns="91440" anchor="b">
            <a:normAutofit/>
          </a:bodyPr>
          <a:lstStyle/>
          <a:p>
            <a:pPr indent="0">
              <a:lnSpc>
                <a:spcPct val="70000"/>
              </a:lnSpc>
              <a:buNone/>
              <a:tabLst>
                <a:tab pos="0" algn="l"/>
              </a:tabLst>
            </a:pPr>
            <a:r>
              <a:rPr lang="en-US" sz="7300" b="0" u="none" strike="noStrike" dirty="0" err="1">
                <a:solidFill>
                  <a:schemeClr val="dk1"/>
                </a:solidFill>
                <a:effectLst/>
                <a:uFillTx/>
                <a:latin typeface="Geist"/>
                <a:ea typeface="Geist"/>
              </a:rPr>
              <a:t>Serverless</a:t>
            </a:r>
            <a:endParaRPr lang="fr-FR" sz="7300" b="0" u="none" strike="noStrike" dirty="0">
              <a:solidFill>
                <a:schemeClr val="dk1"/>
              </a:solidFill>
              <a:effectLst/>
              <a:uFillTx/>
              <a:latin typeface="Arial"/>
            </a:endParaRPr>
          </a:p>
          <a:p>
            <a:pPr indent="0">
              <a:lnSpc>
                <a:spcPct val="70000"/>
              </a:lnSpc>
              <a:buNone/>
              <a:tabLst>
                <a:tab pos="0" algn="l"/>
              </a:tabLst>
            </a:pPr>
            <a:r>
              <a:rPr lang="en-US" sz="7300" b="0" u="none" strike="noStrike" dirty="0">
                <a:solidFill>
                  <a:schemeClr val="dk1"/>
                </a:solidFill>
                <a:effectLst/>
                <a:uFillTx/>
                <a:latin typeface="Geist"/>
                <a:ea typeface="Geist"/>
              </a:rPr>
              <a:t> Apps</a:t>
            </a:r>
            <a:endParaRPr lang="fr-FR" sz="7300" b="0" u="none" strike="noStrike" dirty="0">
              <a:solidFill>
                <a:schemeClr val="dk1"/>
              </a:solidFill>
              <a:effectLst/>
              <a:uFillTx/>
              <a:latin typeface="Arial"/>
            </a:endParaRPr>
          </a:p>
        </p:txBody>
      </p:sp>
      <p:sp>
        <p:nvSpPr>
          <p:cNvPr id="74" name="PlaceHolder 2"/>
          <p:cNvSpPr>
            <a:spLocks noGrp="1"/>
          </p:cNvSpPr>
          <p:nvPr>
            <p:ph type="subTitle"/>
          </p:nvPr>
        </p:nvSpPr>
        <p:spPr>
          <a:xfrm>
            <a:off x="2543040" y="3314880"/>
            <a:ext cx="4400280" cy="361440"/>
          </a:xfrm>
          <a:prstGeom prst="rect">
            <a:avLst/>
          </a:prstGeom>
          <a:noFill/>
          <a:ln w="0">
            <a:noFill/>
          </a:ln>
        </p:spPr>
        <p:txBody>
          <a:bodyPr lIns="91440" tIns="91440" rIns="91440" bIns="91440" anchor="t">
            <a:normAutofit fontScale="92500" lnSpcReduction="9999"/>
          </a:bodyPr>
          <a:lstStyle/>
          <a:p>
            <a:pPr indent="0">
              <a:lnSpc>
                <a:spcPct val="100000"/>
              </a:lnSpc>
              <a:buNone/>
              <a:tabLst>
                <a:tab pos="0" algn="l"/>
              </a:tabLst>
            </a:pPr>
            <a:endParaRPr lang="en-US" sz="1400" b="0" u="none" strike="noStrike" dirty="0">
              <a:solidFill>
                <a:srgbClr val="FFFFFF"/>
              </a:solidFill>
              <a:effectLst/>
              <a:uFillTx/>
              <a:latin typeface="OpenSymbol"/>
            </a:endParaRPr>
          </a:p>
        </p:txBody>
      </p:sp>
      <p:sp>
        <p:nvSpPr>
          <p:cNvPr id="75" name="PlaceHolder 3"/>
          <p:cNvSpPr>
            <a:spLocks noGrp="1"/>
          </p:cNvSpPr>
          <p:nvPr>
            <p:ph type="subTitle"/>
          </p:nvPr>
        </p:nvSpPr>
        <p:spPr>
          <a:xfrm>
            <a:off x="228600" y="304920"/>
            <a:ext cx="1076040" cy="361440"/>
          </a:xfrm>
          <a:prstGeom prst="rect">
            <a:avLst/>
          </a:prstGeom>
          <a:noFill/>
          <a:ln w="0">
            <a:noFill/>
          </a:ln>
        </p:spPr>
        <p:txBody>
          <a:bodyPr lIns="91440" tIns="91440" rIns="91440" bIns="91440" anchor="t">
            <a:normAutofit fontScale="70000" lnSpcReduction="19999"/>
          </a:bodyPr>
          <a:lstStyle/>
          <a:p>
            <a:pPr indent="0" algn="ctr">
              <a:lnSpc>
                <a:spcPct val="100000"/>
              </a:lnSpc>
              <a:buNone/>
              <a:tabLst>
                <a:tab pos="0" algn="l"/>
              </a:tabLst>
            </a:pPr>
            <a:endParaRPr lang="en-US" sz="1000" b="0" u="none" strike="noStrike" dirty="0">
              <a:solidFill>
                <a:srgbClr val="FFFFFF"/>
              </a:solidFill>
              <a:effectLst/>
              <a:uFillTx/>
              <a:latin typeface="OpenSymbo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237960" y="523800"/>
            <a:ext cx="2838240" cy="76176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a:solidFill>
                  <a:schemeClr val="dk1"/>
                </a:solidFill>
                <a:effectLst/>
                <a:uFillTx/>
                <a:latin typeface="Geist"/>
                <a:ea typeface="Geist"/>
              </a:rPr>
              <a:t>Introduction</a:t>
            </a:r>
            <a:endParaRPr lang="fr-FR" sz="2600" b="0" u="none" strike="noStrike">
              <a:solidFill>
                <a:schemeClr val="dk1"/>
              </a:solidFill>
              <a:effectLst/>
              <a:uFillTx/>
              <a:latin typeface="Arial"/>
            </a:endParaRPr>
          </a:p>
        </p:txBody>
      </p:sp>
      <p:sp>
        <p:nvSpPr>
          <p:cNvPr id="77" name="PlaceHolder 2"/>
          <p:cNvSpPr>
            <a:spLocks noGrp="1"/>
          </p:cNvSpPr>
          <p:nvPr>
            <p:ph type="subTitle"/>
          </p:nvPr>
        </p:nvSpPr>
        <p:spPr>
          <a:xfrm>
            <a:off x="228600" y="2933640"/>
            <a:ext cx="4295520" cy="1676160"/>
          </a:xfrm>
          <a:prstGeom prst="rect">
            <a:avLst/>
          </a:prstGeom>
          <a:noFill/>
          <a:ln w="0">
            <a:noFill/>
          </a:ln>
        </p:spPr>
        <p:txBody>
          <a:bodyPr lIns="91440" tIns="91440" rIns="91440" bIns="91440" anchor="t">
            <a:normAutofit fontScale="92500" lnSpcReduction="10000"/>
          </a:bodyPr>
          <a:lstStyle/>
          <a:p>
            <a:pPr indent="0" algn="l">
              <a:lnSpc>
                <a:spcPct val="150000"/>
              </a:lnSpc>
              <a:buNone/>
              <a:tabLst>
                <a:tab pos="0" algn="l"/>
              </a:tabLst>
            </a:pPr>
            <a:r>
              <a:rPr lang="en-US" sz="1200" b="0" u="none" strike="noStrike" dirty="0" err="1">
                <a:solidFill>
                  <a:schemeClr val="dk1"/>
                </a:solidFill>
                <a:effectLst/>
                <a:uFillTx/>
                <a:latin typeface="arial"/>
                <a:ea typeface="arial"/>
              </a:rPr>
              <a:t>Serverless</a:t>
            </a:r>
            <a:r>
              <a:rPr lang="en-US" sz="1200" b="0" u="none" strike="noStrike" dirty="0">
                <a:solidFill>
                  <a:schemeClr val="dk1"/>
                </a:solidFill>
                <a:effectLst/>
                <a:uFillTx/>
                <a:latin typeface="arial"/>
                <a:ea typeface="arial"/>
              </a:rPr>
              <a:t> computing eliminates the need to manage servers, enabling code to run only when triggered. This model supports automatic scaling and a pay-per-use billing approach. It is particularly suited for small applications and educational purposes, offering a simple yet powerful environment for deployment and experimentation.</a:t>
            </a:r>
            <a:endParaRPr lang="en-US" sz="1200" b="0" u="none" strike="noStrike" dirty="0">
              <a:solidFill>
                <a:srgbClr val="FFFFFF"/>
              </a:solidFill>
              <a:effectLst/>
              <a:uFillTx/>
              <a:latin typeface="OpenSymbol"/>
            </a:endParaRPr>
          </a:p>
        </p:txBody>
      </p:sp>
      <p:pic>
        <p:nvPicPr>
          <p:cNvPr id="78" name="Google Shape;229;p31"/>
          <p:cNvPicPr/>
          <p:nvPr/>
        </p:nvPicPr>
        <p:blipFill>
          <a:blip r:embed="rId2"/>
          <a:srcRect t="8297" b="8297"/>
          <a:stretch/>
        </p:blipFill>
        <p:spPr>
          <a:xfrm>
            <a:off x="5687280" y="0"/>
            <a:ext cx="3456720" cy="5143320"/>
          </a:xfrm>
          <a:prstGeom prst="rect">
            <a:avLst/>
          </a:prstGeom>
          <a:noFill/>
          <a:ln w="0">
            <a:noFill/>
          </a:ln>
        </p:spPr>
      </p:pic>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dirty="0">
                <a:solidFill>
                  <a:schemeClr val="dk1"/>
                </a:solidFill>
                <a:effectLst/>
                <a:uFillTx/>
                <a:latin typeface="Geist"/>
                <a:ea typeface="Geist"/>
              </a:rPr>
              <a:t>Defining </a:t>
            </a:r>
            <a:r>
              <a:rPr lang="en-US" sz="2600" b="0" u="none" strike="noStrike" dirty="0" err="1" smtClean="0">
                <a:solidFill>
                  <a:schemeClr val="dk1"/>
                </a:solidFill>
                <a:effectLst/>
                <a:uFillTx/>
                <a:latin typeface="Geist"/>
                <a:ea typeface="Geist"/>
              </a:rPr>
              <a:t>Serverless</a:t>
            </a:r>
            <a:r>
              <a:rPr lang="fr-FR" sz="2600" dirty="0">
                <a:solidFill>
                  <a:schemeClr val="dk1"/>
                </a:solidFill>
                <a:latin typeface="Arial"/>
                <a:ea typeface="Geist"/>
              </a:rPr>
              <a:t> </a:t>
            </a:r>
            <a:r>
              <a:rPr lang="en-US" sz="2600" b="0" u="none" strike="noStrike" dirty="0" smtClean="0">
                <a:solidFill>
                  <a:schemeClr val="dk1"/>
                </a:solidFill>
                <a:effectLst/>
                <a:uFillTx/>
                <a:latin typeface="Geist"/>
                <a:ea typeface="Geist"/>
              </a:rPr>
              <a:t>Architecture</a:t>
            </a:r>
            <a:endParaRPr lang="fr-FR" sz="2600" b="0" u="none" strike="noStrike" dirty="0">
              <a:solidFill>
                <a:schemeClr val="dk1"/>
              </a:solidFill>
              <a:effectLst/>
              <a:uFillTx/>
              <a:latin typeface="Arial"/>
            </a:endParaRPr>
          </a:p>
        </p:txBody>
      </p:sp>
      <p:sp>
        <p:nvSpPr>
          <p:cNvPr id="82" name="PlaceHolder 2"/>
          <p:cNvSpPr>
            <a:spLocks noGrp="1"/>
          </p:cNvSpPr>
          <p:nvPr>
            <p:ph type="subTitle"/>
          </p:nvPr>
        </p:nvSpPr>
        <p:spPr>
          <a:xfrm>
            <a:off x="1933560" y="2523960"/>
            <a:ext cx="5276520" cy="1294920"/>
          </a:xfrm>
          <a:prstGeom prst="rect">
            <a:avLst/>
          </a:prstGeom>
          <a:noFill/>
          <a:ln w="0">
            <a:noFill/>
          </a:ln>
        </p:spPr>
        <p:txBody>
          <a:bodyPr lIns="91440" tIns="91440" rIns="91440" bIns="91440" anchor="t">
            <a:normAutofit fontScale="92500" lnSpcReduction="20000"/>
          </a:bodyPr>
          <a:lstStyle/>
          <a:p>
            <a:pPr indent="0">
              <a:lnSpc>
                <a:spcPct val="150000"/>
              </a:lnSpc>
              <a:buNone/>
              <a:tabLst>
                <a:tab pos="0" algn="l"/>
              </a:tabLst>
            </a:pPr>
            <a:r>
              <a:rPr lang="en-US" sz="1200" b="0" u="none" strike="noStrike" dirty="0" err="1">
                <a:solidFill>
                  <a:schemeClr val="dk1"/>
                </a:solidFill>
                <a:effectLst/>
                <a:uFillTx/>
                <a:latin typeface="arial"/>
                <a:ea typeface="arial"/>
              </a:rPr>
              <a:t>Serverless</a:t>
            </a:r>
            <a:r>
              <a:rPr lang="en-US" sz="1200" b="0" u="none" strike="noStrike" dirty="0">
                <a:solidFill>
                  <a:schemeClr val="dk1"/>
                </a:solidFill>
                <a:effectLst/>
                <a:uFillTx/>
                <a:latin typeface="arial"/>
                <a:ea typeface="arial"/>
              </a:rPr>
              <a:t> architecture allows developers to build and run applications without managing infrastructure. Code executes in response to events, with cloud providers handling server provisioning and scaling. This approach reduces operational overhead and enables efficient resource use by running functions only when needed.</a:t>
            </a:r>
            <a:endParaRPr lang="en-US" sz="1200" b="0" u="none" strike="noStrike" dirty="0">
              <a:solidFill>
                <a:srgbClr val="FFFFFF"/>
              </a:solidFill>
              <a:effectLst/>
              <a:uFillTx/>
              <a:latin typeface="OpenSymbo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p:cNvSpPr>
          <p:nvPr>
            <p:ph type="title"/>
          </p:nvPr>
        </p:nvSpPr>
        <p:spPr>
          <a:xfrm>
            <a:off x="237960" y="523800"/>
            <a:ext cx="2838240" cy="761760"/>
          </a:xfrm>
          <a:prstGeom prst="rect">
            <a:avLst/>
          </a:prstGeom>
          <a:noFill/>
          <a:ln w="0">
            <a:noFill/>
          </a:ln>
        </p:spPr>
        <p:txBody>
          <a:bodyPr lIns="91440" tIns="91440" rIns="91440" bIns="91440" anchor="t">
            <a:normAutofit fontScale="90000"/>
          </a:bodyPr>
          <a:lstStyle/>
          <a:p>
            <a:pPr indent="0">
              <a:lnSpc>
                <a:spcPct val="70000"/>
              </a:lnSpc>
              <a:buNone/>
              <a:tabLst>
                <a:tab pos="0" algn="l"/>
              </a:tabLst>
            </a:pPr>
            <a:r>
              <a:rPr lang="en-US" sz="2600" b="0" u="none" strike="noStrike" dirty="0">
                <a:solidFill>
                  <a:schemeClr val="dk1"/>
                </a:solidFill>
                <a:effectLst/>
                <a:uFillTx/>
                <a:latin typeface="Geist"/>
                <a:ea typeface="Geist"/>
              </a:rPr>
              <a:t>Benefits </a:t>
            </a:r>
            <a:r>
              <a:rPr lang="en-US" sz="2600" b="0" u="none" strike="noStrike" dirty="0" smtClean="0">
                <a:solidFill>
                  <a:schemeClr val="dk1"/>
                </a:solidFill>
                <a:effectLst/>
                <a:uFillTx/>
                <a:latin typeface="Geist"/>
                <a:ea typeface="Geist"/>
              </a:rPr>
              <a:t>of </a:t>
            </a:r>
            <a:r>
              <a:rPr lang="en-US" sz="2600" b="0" u="none" strike="noStrike" dirty="0" err="1" smtClean="0">
                <a:solidFill>
                  <a:schemeClr val="dk1"/>
                </a:solidFill>
                <a:effectLst/>
                <a:uFillTx/>
                <a:latin typeface="Geist"/>
                <a:ea typeface="Geist"/>
              </a:rPr>
              <a:t>Serverless</a:t>
            </a:r>
            <a:r>
              <a:rPr lang="en-US" sz="2600" dirty="0" smtClean="0">
                <a:solidFill>
                  <a:schemeClr val="dk1"/>
                </a:solidFill>
                <a:latin typeface="Geist"/>
                <a:ea typeface="Geist"/>
              </a:rPr>
              <a:t> </a:t>
            </a:r>
            <a:r>
              <a:rPr lang="en-US" sz="2600" b="0" u="none" strike="noStrike" dirty="0" smtClean="0">
                <a:solidFill>
                  <a:schemeClr val="dk1"/>
                </a:solidFill>
                <a:effectLst/>
                <a:uFillTx/>
                <a:latin typeface="Geist"/>
                <a:ea typeface="Geist"/>
              </a:rPr>
              <a:t>Computing</a:t>
            </a:r>
            <a:endParaRPr lang="fr-FR" sz="2600" b="0" u="none" strike="noStrike" dirty="0">
              <a:solidFill>
                <a:schemeClr val="dk1"/>
              </a:solidFill>
              <a:effectLst/>
              <a:uFillTx/>
              <a:latin typeface="Arial"/>
            </a:endParaRPr>
          </a:p>
        </p:txBody>
      </p:sp>
      <p:sp>
        <p:nvSpPr>
          <p:cNvPr id="84" name="PlaceHolder 2"/>
          <p:cNvSpPr>
            <a:spLocks noGrp="1"/>
          </p:cNvSpPr>
          <p:nvPr>
            <p:ph type="subTitle"/>
          </p:nvPr>
        </p:nvSpPr>
        <p:spPr>
          <a:xfrm>
            <a:off x="228600" y="2933640"/>
            <a:ext cx="4295520" cy="1676160"/>
          </a:xfrm>
          <a:prstGeom prst="rect">
            <a:avLst/>
          </a:prstGeom>
          <a:noFill/>
          <a:ln w="0">
            <a:noFill/>
          </a:ln>
        </p:spPr>
        <p:txBody>
          <a:bodyPr lIns="91440" tIns="91440" rIns="91440" bIns="91440" anchor="t">
            <a:normAutofit lnSpcReduction="9999"/>
          </a:bodyPr>
          <a:lstStyle/>
          <a:p>
            <a:pPr indent="0">
              <a:lnSpc>
                <a:spcPct val="150000"/>
              </a:lnSpc>
              <a:buNone/>
              <a:tabLst>
                <a:tab pos="0" algn="l"/>
              </a:tabLst>
            </a:pPr>
            <a:r>
              <a:rPr lang="en-US" sz="1200" b="0" u="none" strike="noStrike">
                <a:solidFill>
                  <a:schemeClr val="dk1"/>
                </a:solidFill>
                <a:effectLst/>
                <a:uFillTx/>
                <a:latin typeface="arial"/>
                <a:ea typeface="arial"/>
              </a:rPr>
              <a:t>Serverless computing offers key benefits like automatic scalability, cost efficiency through pay-as-you-go pricing, and simplified deployment. It enables faster development cycles and allows teams to focus on writing code rather than infrastructure management. This model is excellent for teaching due to its straightforward and transparent architecture.</a:t>
            </a:r>
            <a:endParaRPr lang="en-US" sz="1200" b="0" u="none" strike="noStrike">
              <a:solidFill>
                <a:srgbClr val="FFFFFF"/>
              </a:solidFill>
              <a:effectLst/>
              <a:uFillTx/>
              <a:latin typeface="OpenSymbol"/>
            </a:endParaRPr>
          </a:p>
        </p:txBody>
      </p:sp>
      <p:pic>
        <p:nvPicPr>
          <p:cNvPr id="85" name="Google Shape;229;p31"/>
          <p:cNvPicPr/>
          <p:nvPr/>
        </p:nvPicPr>
        <p:blipFill>
          <a:blip r:embed="rId2"/>
          <a:srcRect t="8297" b="8297"/>
          <a:stretch/>
        </p:blipFill>
        <p:spPr>
          <a:xfrm>
            <a:off x="5687280" y="0"/>
            <a:ext cx="3456720" cy="5143320"/>
          </a:xfrm>
          <a:prstGeom prst="rect">
            <a:avLst/>
          </a:prstGeom>
          <a:noFill/>
          <a:ln w="0">
            <a:noFill/>
          </a:ln>
        </p:spPr>
      </p:pic>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dirty="0">
                <a:solidFill>
                  <a:schemeClr val="dk1"/>
                </a:solidFill>
                <a:effectLst/>
                <a:uFillTx/>
                <a:latin typeface="Geist"/>
                <a:ea typeface="Geist"/>
              </a:rPr>
              <a:t>Use Cases in Education and </a:t>
            </a:r>
            <a:r>
              <a:rPr lang="en-US" sz="2600" b="0" u="none" strike="noStrike" dirty="0" smtClean="0">
                <a:solidFill>
                  <a:schemeClr val="dk1"/>
                </a:solidFill>
                <a:effectLst/>
                <a:uFillTx/>
                <a:latin typeface="Geist"/>
                <a:ea typeface="Geist"/>
              </a:rPr>
              <a:t>Small</a:t>
            </a:r>
            <a:r>
              <a:rPr lang="fr-FR" sz="2600" dirty="0">
                <a:solidFill>
                  <a:schemeClr val="dk1"/>
                </a:solidFill>
                <a:latin typeface="Arial"/>
                <a:ea typeface="Geist"/>
              </a:rPr>
              <a:t> </a:t>
            </a:r>
            <a:r>
              <a:rPr lang="en-US" sz="2600" b="0" u="none" strike="noStrike" dirty="0" smtClean="0">
                <a:solidFill>
                  <a:schemeClr val="dk1"/>
                </a:solidFill>
                <a:effectLst/>
                <a:uFillTx/>
                <a:latin typeface="Geist"/>
                <a:ea typeface="Geist"/>
              </a:rPr>
              <a:t>Applications</a:t>
            </a:r>
            <a:endParaRPr lang="fr-FR" sz="2600" b="0" u="none" strike="noStrike" dirty="0">
              <a:solidFill>
                <a:schemeClr val="dk1"/>
              </a:solidFill>
              <a:effectLst/>
              <a:uFillTx/>
              <a:latin typeface="Arial"/>
            </a:endParaRPr>
          </a:p>
        </p:txBody>
      </p:sp>
      <p:sp>
        <p:nvSpPr>
          <p:cNvPr id="87" name="PlaceHolder 2"/>
          <p:cNvSpPr>
            <a:spLocks noGrp="1"/>
          </p:cNvSpPr>
          <p:nvPr>
            <p:ph type="subTitle"/>
          </p:nvPr>
        </p:nvSpPr>
        <p:spPr>
          <a:xfrm>
            <a:off x="1933560" y="2523960"/>
            <a:ext cx="5276520" cy="1294920"/>
          </a:xfrm>
          <a:prstGeom prst="rect">
            <a:avLst/>
          </a:prstGeom>
          <a:noFill/>
          <a:ln w="0">
            <a:noFill/>
          </a:ln>
        </p:spPr>
        <p:txBody>
          <a:bodyPr lIns="91440" tIns="91440" rIns="91440" bIns="91440" anchor="t">
            <a:normAutofit fontScale="92500" lnSpcReduction="19999"/>
          </a:bodyPr>
          <a:lstStyle/>
          <a:p>
            <a:pPr indent="0">
              <a:lnSpc>
                <a:spcPct val="150000"/>
              </a:lnSpc>
              <a:buNone/>
              <a:tabLst>
                <a:tab pos="0" algn="l"/>
              </a:tabLst>
            </a:pPr>
            <a:r>
              <a:rPr lang="en-US" sz="1200" b="0" u="none" strike="noStrike">
                <a:solidFill>
                  <a:schemeClr val="dk1"/>
                </a:solidFill>
                <a:effectLst/>
                <a:uFillTx/>
                <a:latin typeface="arial"/>
                <a:ea typeface="arial"/>
              </a:rPr>
              <a:t>Serverless is ideal for </a:t>
            </a:r>
            <a:r>
              <a:rPr lang="en-US" sz="1200" b="1" u="none" strike="noStrike">
                <a:solidFill>
                  <a:schemeClr val="dk1"/>
                </a:solidFill>
                <a:effectLst/>
                <a:uFillTx/>
                <a:latin typeface="arial"/>
                <a:ea typeface="arial"/>
              </a:rPr>
              <a:t>educational settings</a:t>
            </a:r>
            <a:r>
              <a:rPr lang="en-US" sz="1200" b="0" u="none" strike="noStrike">
                <a:solidFill>
                  <a:schemeClr val="dk1"/>
                </a:solidFill>
                <a:effectLst/>
                <a:uFillTx/>
                <a:latin typeface="arial"/>
                <a:ea typeface="arial"/>
              </a:rPr>
              <a:t> due to its simplicity and low maintenance. It enables quick deployment of applications without the need for backend server management. Small applications benefit from its </a:t>
            </a:r>
            <a:r>
              <a:rPr lang="en-US" sz="1200" b="1" u="none" strike="noStrike">
                <a:solidFill>
                  <a:schemeClr val="dk1"/>
                </a:solidFill>
                <a:effectLst/>
                <a:uFillTx/>
                <a:latin typeface="arial"/>
                <a:ea typeface="arial"/>
              </a:rPr>
              <a:t>cost efficiency</a:t>
            </a:r>
            <a:r>
              <a:rPr lang="en-US" sz="1200" b="0" u="none" strike="noStrike">
                <a:solidFill>
                  <a:schemeClr val="dk1"/>
                </a:solidFill>
                <a:effectLst/>
                <a:uFillTx/>
                <a:latin typeface="arial"/>
                <a:ea typeface="arial"/>
              </a:rPr>
              <a:t> and scalability, making it suitable for prototypes, demonstrations, and lightweight production systems. This approach fosters rapid learning and innovation.</a:t>
            </a:r>
            <a:endParaRPr lang="en-US" sz="1200" b="0" u="none" strike="noStrike">
              <a:solidFill>
                <a:srgbClr val="FFFFFF"/>
              </a:solidFill>
              <a:effectLst/>
              <a:uFillTx/>
              <a:latin typeface="OpenSymbo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dirty="0" smtClean="0">
                <a:solidFill>
                  <a:schemeClr val="dk1"/>
                </a:solidFill>
                <a:effectLst/>
                <a:uFillTx/>
                <a:latin typeface="Geist"/>
                <a:ea typeface="Geist"/>
              </a:rPr>
              <a:t>Implementation- Cloud Weather App</a:t>
            </a:r>
            <a:endParaRPr lang="fr-FR" sz="2600" b="0" u="none" strike="noStrike" dirty="0">
              <a:solidFill>
                <a:schemeClr val="dk1"/>
              </a:solidFill>
              <a:effectLst/>
              <a:uFillTx/>
              <a:latin typeface="Arial"/>
            </a:endParaRPr>
          </a:p>
        </p:txBody>
      </p:sp>
      <p:sp>
        <p:nvSpPr>
          <p:cNvPr id="89" name="PlaceHolder 2"/>
          <p:cNvSpPr>
            <a:spLocks noGrp="1"/>
          </p:cNvSpPr>
          <p:nvPr>
            <p:ph type="subTitle"/>
          </p:nvPr>
        </p:nvSpPr>
        <p:spPr>
          <a:xfrm>
            <a:off x="1933560" y="2523960"/>
            <a:ext cx="5276520" cy="1384995"/>
          </a:xfrm>
          <a:prstGeom prst="rect">
            <a:avLst/>
          </a:prstGeom>
          <a:noFill/>
          <a:ln w="0">
            <a:solidFill>
              <a:schemeClr val="accent1"/>
            </a:solidFill>
          </a:ln>
        </p:spPr>
        <p:txBody>
          <a:bodyPr lIns="91440" tIns="91440" rIns="91440" bIns="91440" anchor="t">
            <a:spAutoFit/>
          </a:bodyPr>
          <a:lstStyle/>
          <a:p>
            <a:pPr marL="171450" indent="-171450" algn="l">
              <a:buFont typeface="Arial" pitchFamily="34" charset="0"/>
              <a:buChar char="•"/>
            </a:pPr>
            <a:r>
              <a:rPr lang="en-US" sz="1100" dirty="0" smtClean="0">
                <a:solidFill>
                  <a:schemeClr val="tx1"/>
                </a:solidFill>
                <a:latin typeface="Arial" pitchFamily="34" charset="0"/>
                <a:cs typeface="Arial" pitchFamily="34" charset="0"/>
              </a:rPr>
              <a:t>Built using HTML, CSS, and JavaScript for a clean and simple UI.</a:t>
            </a:r>
          </a:p>
          <a:p>
            <a:pPr marL="171450" indent="-171450" algn="l">
              <a:buFont typeface="Arial" pitchFamily="34" charset="0"/>
              <a:buChar char="•"/>
            </a:pPr>
            <a:r>
              <a:rPr lang="en-US" sz="1100" dirty="0" smtClean="0">
                <a:solidFill>
                  <a:schemeClr val="tx1"/>
                </a:solidFill>
                <a:latin typeface="Arial" pitchFamily="34" charset="0"/>
                <a:cs typeface="Arial" pitchFamily="34" charset="0"/>
              </a:rPr>
              <a:t>User enters a city name and clicks “Get Weather”.</a:t>
            </a:r>
          </a:p>
          <a:p>
            <a:pPr marL="171450" indent="-171450" algn="l">
              <a:buFont typeface="Arial" pitchFamily="34" charset="0"/>
              <a:buChar char="•"/>
            </a:pPr>
            <a:r>
              <a:rPr lang="en-US" sz="1100" dirty="0" smtClean="0">
                <a:solidFill>
                  <a:schemeClr val="tx1"/>
                </a:solidFill>
                <a:latin typeface="Arial" pitchFamily="34" charset="0"/>
                <a:cs typeface="Arial" pitchFamily="34" charset="0"/>
              </a:rPr>
              <a:t>JavaScript sends API request to </a:t>
            </a:r>
            <a:r>
              <a:rPr lang="en-US" sz="1100" dirty="0" err="1" smtClean="0">
                <a:solidFill>
                  <a:schemeClr val="tx1"/>
                </a:solidFill>
                <a:latin typeface="Arial" pitchFamily="34" charset="0"/>
                <a:cs typeface="Arial" pitchFamily="34" charset="0"/>
              </a:rPr>
              <a:t>OpenWeather</a:t>
            </a:r>
            <a:r>
              <a:rPr lang="en-US" sz="1100" dirty="0" smtClean="0">
                <a:solidFill>
                  <a:schemeClr val="tx1"/>
                </a:solidFill>
                <a:latin typeface="Arial" pitchFamily="34" charset="0"/>
                <a:cs typeface="Arial" pitchFamily="34" charset="0"/>
              </a:rPr>
              <a:t> for real-time data.</a:t>
            </a:r>
          </a:p>
          <a:p>
            <a:pPr marL="171450" indent="-171450" algn="l">
              <a:buFont typeface="Arial" pitchFamily="34" charset="0"/>
              <a:buChar char="•"/>
            </a:pPr>
            <a:r>
              <a:rPr lang="en-US" sz="1100" dirty="0" smtClean="0">
                <a:solidFill>
                  <a:schemeClr val="tx1"/>
                </a:solidFill>
                <a:latin typeface="Arial" pitchFamily="34" charset="0"/>
                <a:cs typeface="Arial" pitchFamily="34" charset="0"/>
              </a:rPr>
              <a:t>Temperature, humidity, and weather condition displayed instantly.</a:t>
            </a:r>
          </a:p>
          <a:p>
            <a:pPr marL="171450" indent="-171450" algn="l">
              <a:buFont typeface="Arial" pitchFamily="34" charset="0"/>
              <a:buChar char="•"/>
            </a:pPr>
            <a:r>
              <a:rPr lang="en-US" sz="1100" dirty="0" smtClean="0">
                <a:solidFill>
                  <a:schemeClr val="tx1"/>
                </a:solidFill>
                <a:latin typeface="Arial" pitchFamily="34" charset="0"/>
                <a:cs typeface="Arial" pitchFamily="34" charset="0"/>
              </a:rPr>
              <a:t>Input validation added for smooth user experience.</a:t>
            </a:r>
          </a:p>
          <a:p>
            <a:pPr marL="171450" indent="-171450" algn="l">
              <a:buFont typeface="Arial" pitchFamily="34" charset="0"/>
              <a:buChar char="•"/>
            </a:pPr>
            <a:r>
              <a:rPr lang="en-US" sz="1100" dirty="0" smtClean="0">
                <a:solidFill>
                  <a:schemeClr val="tx1"/>
                </a:solidFill>
                <a:latin typeface="Arial" pitchFamily="34" charset="0"/>
                <a:cs typeface="Arial" pitchFamily="34" charset="0"/>
              </a:rPr>
              <a:t>Hosted using </a:t>
            </a:r>
            <a:r>
              <a:rPr lang="en-US" sz="1100" dirty="0" err="1" smtClean="0">
                <a:solidFill>
                  <a:schemeClr val="tx1"/>
                </a:solidFill>
                <a:latin typeface="Arial" pitchFamily="34" charset="0"/>
                <a:cs typeface="Arial" pitchFamily="34" charset="0"/>
              </a:rPr>
              <a:t>GitHub</a:t>
            </a:r>
            <a:r>
              <a:rPr lang="en-US" sz="1100" dirty="0" smtClean="0">
                <a:solidFill>
                  <a:schemeClr val="tx1"/>
                </a:solidFill>
                <a:latin typeface="Arial" pitchFamily="34" charset="0"/>
                <a:cs typeface="Arial" pitchFamily="34" charset="0"/>
              </a:rPr>
              <a:t> Pages (</a:t>
            </a:r>
            <a:r>
              <a:rPr lang="en-US" sz="1100" dirty="0" err="1" smtClean="0">
                <a:solidFill>
                  <a:schemeClr val="tx1"/>
                </a:solidFill>
                <a:latin typeface="Arial" pitchFamily="34" charset="0"/>
                <a:cs typeface="Arial" pitchFamily="34" charset="0"/>
              </a:rPr>
              <a:t>serverless</a:t>
            </a:r>
            <a:r>
              <a:rPr lang="en-US" sz="1100" dirty="0" smtClean="0">
                <a:solidFill>
                  <a:schemeClr val="tx1"/>
                </a:solidFill>
                <a:latin typeface="Arial" pitchFamily="34" charset="0"/>
                <a:cs typeface="Arial" pitchFamily="34" charset="0"/>
              </a:rPr>
              <a:t> deployment).</a:t>
            </a:r>
            <a:endParaRPr lang="en-US" sz="1100" dirty="0" smtClean="0">
              <a:latin typeface="Arial" pitchFamily="34" charset="0"/>
              <a:cs typeface="Arial" pitchFamily="34" charset="0"/>
            </a:endParaRPr>
          </a:p>
          <a:p>
            <a:pPr indent="0" algn="ctr">
              <a:buNone/>
            </a:pPr>
            <a:endParaRPr lang="en-US" sz="1200" b="0" u="none" strike="noStrike" dirty="0">
              <a:solidFill>
                <a:schemeClr val="dk1"/>
              </a:solidFill>
              <a:effectLst/>
              <a:uFillTx/>
              <a:latin typeface="arial"/>
              <a:ea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endParaRPr lang="en-IN"/>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3688" y="1275605"/>
            <a:ext cx="5616624" cy="3448227"/>
          </a:xfrm>
          <a:prstGeom prst="rect">
            <a:avLst/>
          </a:prstGeom>
        </p:spPr>
      </p:pic>
    </p:spTree>
    <p:extLst>
      <p:ext uri="{BB962C8B-B14F-4D97-AF65-F5344CB8AC3E}">
        <p14:creationId xmlns:p14="http://schemas.microsoft.com/office/powerpoint/2010/main" val="3551290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237960" y="523800"/>
            <a:ext cx="2838240" cy="761760"/>
          </a:xfrm>
          <a:prstGeom prst="rect">
            <a:avLst/>
          </a:prstGeom>
          <a:noFill/>
          <a:ln w="0">
            <a:noFill/>
          </a:ln>
        </p:spPr>
        <p:txBody>
          <a:bodyPr lIns="91440" tIns="91440" rIns="91440" bIns="91440" anchor="t">
            <a:normAutofit fontScale="90000"/>
          </a:bodyPr>
          <a:lstStyle/>
          <a:p>
            <a:pPr indent="0">
              <a:lnSpc>
                <a:spcPct val="70000"/>
              </a:lnSpc>
              <a:buNone/>
              <a:tabLst>
                <a:tab pos="0" algn="l"/>
              </a:tabLst>
            </a:pPr>
            <a:r>
              <a:rPr lang="en-US" sz="2600" b="0" u="none" strike="noStrike" dirty="0">
                <a:solidFill>
                  <a:schemeClr val="dk1"/>
                </a:solidFill>
                <a:effectLst/>
                <a:uFillTx/>
                <a:latin typeface="Geist"/>
                <a:ea typeface="Geist"/>
              </a:rPr>
              <a:t>Detailed Architecture </a:t>
            </a:r>
            <a:r>
              <a:rPr lang="en-US" sz="2600" b="0" u="none" strike="noStrike" dirty="0" smtClean="0">
                <a:solidFill>
                  <a:schemeClr val="dk1"/>
                </a:solidFill>
                <a:effectLst/>
                <a:uFillTx/>
                <a:latin typeface="Geist"/>
                <a:ea typeface="Geist"/>
              </a:rPr>
              <a:t>and Components</a:t>
            </a:r>
            <a:endParaRPr lang="fr-FR" sz="2600" b="0" u="none" strike="noStrike" dirty="0">
              <a:solidFill>
                <a:schemeClr val="dk1"/>
              </a:solidFill>
              <a:effectLst/>
              <a:uFillTx/>
              <a:latin typeface="Arial"/>
            </a:endParaRPr>
          </a:p>
        </p:txBody>
      </p:sp>
      <p:sp>
        <p:nvSpPr>
          <p:cNvPr id="91" name="PlaceHolder 2"/>
          <p:cNvSpPr>
            <a:spLocks noGrp="1"/>
          </p:cNvSpPr>
          <p:nvPr>
            <p:ph type="subTitle"/>
          </p:nvPr>
        </p:nvSpPr>
        <p:spPr>
          <a:xfrm>
            <a:off x="228600" y="2933640"/>
            <a:ext cx="4295520" cy="1676160"/>
          </a:xfrm>
          <a:prstGeom prst="rect">
            <a:avLst/>
          </a:prstGeom>
          <a:noFill/>
          <a:ln w="0">
            <a:noFill/>
          </a:ln>
        </p:spPr>
        <p:txBody>
          <a:bodyPr lIns="91440" tIns="91440" rIns="91440" bIns="91440" anchor="t">
            <a:normAutofit lnSpcReduction="9999"/>
          </a:bodyPr>
          <a:lstStyle/>
          <a:p>
            <a:pPr indent="0">
              <a:lnSpc>
                <a:spcPct val="150000"/>
              </a:lnSpc>
              <a:buNone/>
              <a:tabLst>
                <a:tab pos="0" algn="l"/>
              </a:tabLst>
            </a:pPr>
            <a:r>
              <a:rPr lang="en-US" sz="1200" b="0" u="none" strike="noStrike" dirty="0">
                <a:solidFill>
                  <a:schemeClr val="dk1"/>
                </a:solidFill>
                <a:effectLst/>
                <a:uFillTx/>
                <a:latin typeface="arial"/>
                <a:ea typeface="arial"/>
              </a:rPr>
              <a:t>The system includes a </a:t>
            </a:r>
            <a:r>
              <a:rPr lang="en-US" sz="1200" b="1" u="none" strike="noStrike" dirty="0">
                <a:solidFill>
                  <a:schemeClr val="dk1"/>
                </a:solidFill>
                <a:effectLst/>
                <a:uFillTx/>
                <a:latin typeface="arial"/>
                <a:ea typeface="arial"/>
              </a:rPr>
              <a:t>frontend</a:t>
            </a:r>
            <a:r>
              <a:rPr lang="en-US" sz="1200" b="0" u="none" strike="noStrike" dirty="0">
                <a:solidFill>
                  <a:schemeClr val="dk1"/>
                </a:solidFill>
                <a:effectLst/>
                <a:uFillTx/>
                <a:latin typeface="arial"/>
                <a:ea typeface="arial"/>
              </a:rPr>
              <a:t> </a:t>
            </a:r>
            <a:r>
              <a:rPr lang="en-US" sz="1200" b="0" u="none" strike="noStrike" dirty="0" smtClean="0">
                <a:solidFill>
                  <a:schemeClr val="dk1"/>
                </a:solidFill>
                <a:effectLst/>
                <a:uFillTx/>
                <a:latin typeface="arial"/>
                <a:ea typeface="arial"/>
              </a:rPr>
              <a:t> built </a:t>
            </a:r>
            <a:r>
              <a:rPr lang="en-US" sz="1200" b="0" u="none" strike="noStrike" dirty="0">
                <a:solidFill>
                  <a:schemeClr val="dk1"/>
                </a:solidFill>
                <a:effectLst/>
                <a:uFillTx/>
                <a:latin typeface="arial"/>
                <a:ea typeface="arial"/>
              </a:rPr>
              <a:t>with HTML, CSS, and JavaScript, which interacts with an API Gateway exposing a public endpoint. This gateway triggers AWS Lambda functions that fetch weather data from external </a:t>
            </a:r>
            <a:r>
              <a:rPr lang="en-US" sz="1200" b="0" u="none" strike="noStrike" dirty="0" smtClean="0">
                <a:solidFill>
                  <a:schemeClr val="dk1"/>
                </a:solidFill>
                <a:effectLst/>
                <a:uFillTx/>
                <a:latin typeface="arial"/>
                <a:ea typeface="arial"/>
              </a:rPr>
              <a:t>source. </a:t>
            </a:r>
            <a:r>
              <a:rPr lang="en-US" sz="1200" b="0" u="none" strike="noStrike" dirty="0">
                <a:solidFill>
                  <a:schemeClr val="dk1"/>
                </a:solidFill>
                <a:effectLst/>
                <a:uFillTx/>
                <a:latin typeface="arial"/>
                <a:ea typeface="arial"/>
              </a:rPr>
              <a:t>The </a:t>
            </a:r>
            <a:r>
              <a:rPr lang="en-US" sz="1200" b="1" u="none" strike="noStrike" dirty="0" err="1">
                <a:solidFill>
                  <a:schemeClr val="dk1"/>
                </a:solidFill>
                <a:effectLst/>
                <a:uFillTx/>
                <a:latin typeface="arial"/>
                <a:ea typeface="arial"/>
              </a:rPr>
              <a:t>serverless</a:t>
            </a:r>
            <a:r>
              <a:rPr lang="en-US" sz="1200" b="1" u="none" strike="noStrike" dirty="0">
                <a:solidFill>
                  <a:schemeClr val="dk1"/>
                </a:solidFill>
                <a:effectLst/>
                <a:uFillTx/>
                <a:latin typeface="arial"/>
                <a:ea typeface="arial"/>
              </a:rPr>
              <a:t> </a:t>
            </a:r>
            <a:r>
              <a:rPr lang="en-US" sz="1200" b="1" u="none" strike="noStrike" dirty="0" smtClean="0">
                <a:solidFill>
                  <a:schemeClr val="dk1"/>
                </a:solidFill>
                <a:effectLst/>
                <a:uFillTx/>
                <a:latin typeface="arial"/>
                <a:ea typeface="arial"/>
              </a:rPr>
              <a:t>backend</a:t>
            </a:r>
            <a:r>
              <a:rPr lang="en-US" sz="1200" b="0" u="none" strike="noStrike" dirty="0" smtClean="0">
                <a:solidFill>
                  <a:schemeClr val="dk1"/>
                </a:solidFill>
                <a:effectLst/>
                <a:uFillTx/>
                <a:latin typeface="arial"/>
                <a:ea typeface="arial"/>
              </a:rPr>
              <a:t> </a:t>
            </a:r>
            <a:r>
              <a:rPr lang="en-US" sz="1200" b="0" u="none" strike="noStrike" dirty="0">
                <a:solidFill>
                  <a:schemeClr val="dk1"/>
                </a:solidFill>
                <a:effectLst/>
                <a:uFillTx/>
                <a:latin typeface="arial"/>
                <a:ea typeface="arial"/>
              </a:rPr>
              <a:t>efficiently processes requests and sends JSON responses back to the frontend, enabling dynamic user interaction.</a:t>
            </a:r>
            <a:endParaRPr lang="en-US" sz="1200" b="0" u="none" strike="noStrike" dirty="0">
              <a:solidFill>
                <a:srgbClr val="FFFFFF"/>
              </a:solidFill>
              <a:effectLst/>
              <a:uFillTx/>
              <a:latin typeface="OpenSymbol"/>
            </a:endParaRPr>
          </a:p>
        </p:txBody>
      </p:sp>
      <p:pic>
        <p:nvPicPr>
          <p:cNvPr id="92" name="Google Shape;229;p31"/>
          <p:cNvPicPr/>
          <p:nvPr/>
        </p:nvPicPr>
        <p:blipFill>
          <a:blip r:embed="rId2"/>
          <a:srcRect t="8297" b="8297"/>
          <a:stretch/>
        </p:blipFill>
        <p:spPr>
          <a:xfrm>
            <a:off x="5687280" y="0"/>
            <a:ext cx="3456720" cy="5143320"/>
          </a:xfrm>
          <a:prstGeom prst="rect">
            <a:avLst/>
          </a:prstGeom>
          <a:noFill/>
          <a:ln w="0">
            <a:noFill/>
          </a:ln>
        </p:spPr>
      </p:pic>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a:solidFill>
                  <a:schemeClr val="dk1"/>
                </a:solidFill>
                <a:effectLst/>
                <a:uFillTx/>
                <a:latin typeface="Geist"/>
                <a:ea typeface="Geist"/>
              </a:rPr>
              <a:t>Conclusions</a:t>
            </a:r>
            <a:endParaRPr lang="fr-FR" sz="2600" b="0" u="none" strike="noStrike">
              <a:solidFill>
                <a:schemeClr val="dk1"/>
              </a:solidFill>
              <a:effectLst/>
              <a:uFillTx/>
              <a:latin typeface="Arial"/>
            </a:endParaRPr>
          </a:p>
        </p:txBody>
      </p:sp>
      <p:sp>
        <p:nvSpPr>
          <p:cNvPr id="98" name="PlaceHolder 2"/>
          <p:cNvSpPr>
            <a:spLocks noGrp="1"/>
          </p:cNvSpPr>
          <p:nvPr>
            <p:ph type="subTitle"/>
          </p:nvPr>
        </p:nvSpPr>
        <p:spPr>
          <a:xfrm>
            <a:off x="1933560" y="2523960"/>
            <a:ext cx="5276520" cy="1294920"/>
          </a:xfrm>
          <a:prstGeom prst="rect">
            <a:avLst/>
          </a:prstGeom>
          <a:noFill/>
          <a:ln w="0">
            <a:noFill/>
          </a:ln>
        </p:spPr>
        <p:txBody>
          <a:bodyPr lIns="91440" tIns="91440" rIns="91440" bIns="91440" anchor="t">
            <a:normAutofit fontScale="92500" lnSpcReduction="19999"/>
          </a:bodyPr>
          <a:lstStyle/>
          <a:p>
            <a:pPr indent="0">
              <a:lnSpc>
                <a:spcPct val="150000"/>
              </a:lnSpc>
              <a:buNone/>
              <a:tabLst>
                <a:tab pos="0" algn="l"/>
              </a:tabLst>
            </a:pPr>
            <a:r>
              <a:rPr lang="en-US" sz="1200" b="0" u="none" strike="noStrike" dirty="0" err="1">
                <a:solidFill>
                  <a:schemeClr val="dk1"/>
                </a:solidFill>
                <a:effectLst/>
                <a:uFillTx/>
                <a:latin typeface="arial"/>
                <a:ea typeface="arial"/>
              </a:rPr>
              <a:t>Serverless</a:t>
            </a:r>
            <a:r>
              <a:rPr lang="en-US" sz="1200" b="0" u="none" strike="noStrike" dirty="0">
                <a:solidFill>
                  <a:schemeClr val="dk1"/>
                </a:solidFill>
                <a:effectLst/>
                <a:uFillTx/>
                <a:latin typeface="arial"/>
                <a:ea typeface="arial"/>
              </a:rPr>
              <a:t> computing </a:t>
            </a:r>
            <a:r>
              <a:rPr lang="en-US" sz="1200" dirty="0" smtClean="0">
                <a:solidFill>
                  <a:schemeClr val="dk1"/>
                </a:solidFill>
                <a:latin typeface="arial"/>
                <a:ea typeface="arial"/>
              </a:rPr>
              <a:t>and deployment </a:t>
            </a:r>
            <a:r>
              <a:rPr lang="en-US" sz="1200" b="0" u="none" strike="noStrike" dirty="0" smtClean="0">
                <a:solidFill>
                  <a:schemeClr val="dk1"/>
                </a:solidFill>
                <a:effectLst/>
                <a:uFillTx/>
                <a:latin typeface="arial"/>
                <a:ea typeface="arial"/>
              </a:rPr>
              <a:t>delivers </a:t>
            </a:r>
            <a:r>
              <a:rPr lang="en-US" sz="1200" b="0" u="none" strike="noStrike" dirty="0">
                <a:solidFill>
                  <a:schemeClr val="dk1"/>
                </a:solidFill>
                <a:effectLst/>
                <a:uFillTx/>
                <a:latin typeface="arial"/>
                <a:ea typeface="arial"/>
              </a:rPr>
              <a:t>a </a:t>
            </a:r>
            <a:r>
              <a:rPr lang="en-US" sz="1200" b="1" u="none" strike="noStrike" dirty="0">
                <a:solidFill>
                  <a:schemeClr val="dk1"/>
                </a:solidFill>
                <a:effectLst/>
                <a:uFillTx/>
                <a:latin typeface="arial"/>
                <a:ea typeface="arial"/>
              </a:rPr>
              <a:t>simple, scalable, and cost-effective</a:t>
            </a:r>
            <a:r>
              <a:rPr lang="en-US" sz="1200" b="0" u="none" strike="noStrike" dirty="0">
                <a:solidFill>
                  <a:schemeClr val="dk1"/>
                </a:solidFill>
                <a:effectLst/>
                <a:uFillTx/>
                <a:latin typeface="arial"/>
                <a:ea typeface="arial"/>
              </a:rPr>
              <a:t> cloud application model. The weather app example highlights its advantages in teaching and deployment. This architecture eliminates backend complexities and improves reliability, making it an excellent choice for both educational and practical implementations in cloud environments.</a:t>
            </a:r>
            <a:endParaRPr lang="en-US" sz="1200" b="0" u="none" strike="noStrike" dirty="0">
              <a:solidFill>
                <a:srgbClr val="FFFFFF"/>
              </a:solidFill>
              <a:effectLst/>
              <a:uFillTx/>
              <a:latin typeface="OpenSymbo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dirty="0" smtClean="0">
                <a:solidFill>
                  <a:schemeClr val="dk1"/>
                </a:solidFill>
                <a:effectLst/>
                <a:uFillTx/>
                <a:latin typeface="Geist"/>
                <a:ea typeface="Geist"/>
              </a:rPr>
              <a:t>Question and</a:t>
            </a:r>
            <a:r>
              <a:rPr lang="fr-FR" sz="2600" dirty="0" smtClean="0">
                <a:solidFill>
                  <a:schemeClr val="dk1"/>
                </a:solidFill>
                <a:latin typeface="Arial"/>
                <a:ea typeface="Geist"/>
              </a:rPr>
              <a:t> </a:t>
            </a:r>
            <a:r>
              <a:rPr lang="en-US" sz="2600" b="0" u="none" strike="noStrike" dirty="0" smtClean="0">
                <a:solidFill>
                  <a:schemeClr val="dk1"/>
                </a:solidFill>
                <a:effectLst/>
                <a:uFillTx/>
                <a:latin typeface="Geist"/>
                <a:ea typeface="Geist"/>
              </a:rPr>
              <a:t>answer</a:t>
            </a:r>
            <a:endParaRPr lang="fr-FR" sz="2600" b="0" u="none" strike="noStrike" dirty="0">
              <a:solidFill>
                <a:schemeClr val="dk1"/>
              </a:solidFill>
              <a:effectLst/>
              <a:uFillTx/>
              <a:latin typeface="Arial"/>
            </a:endParaRPr>
          </a:p>
        </p:txBody>
      </p:sp>
      <p:sp>
        <p:nvSpPr>
          <p:cNvPr id="100" name="PlaceHolder 2"/>
          <p:cNvSpPr>
            <a:spLocks noGrp="1"/>
          </p:cNvSpPr>
          <p:nvPr>
            <p:ph type="subTitle"/>
          </p:nvPr>
        </p:nvSpPr>
        <p:spPr>
          <a:xfrm>
            <a:off x="1933560" y="2523960"/>
            <a:ext cx="5276520" cy="1295640"/>
          </a:xfrm>
          <a:prstGeom prst="rect">
            <a:avLst/>
          </a:prstGeom>
          <a:noFill/>
          <a:ln w="0">
            <a:noFill/>
          </a:ln>
        </p:spPr>
        <p:txBody>
          <a:bodyPr lIns="91440" tIns="91440" rIns="91440" bIns="91440" anchor="t">
            <a:spAutoFit/>
          </a:bodyPr>
          <a:lstStyle/>
          <a:p>
            <a:pPr indent="0" algn="ctr">
              <a:buNone/>
            </a:pPr>
            <a:endParaRPr lang="en-US" sz="1200" b="0" u="none" strike="noStrike">
              <a:solidFill>
                <a:schemeClr val="dk1"/>
              </a:solidFill>
              <a:effectLst/>
              <a:uFillTx/>
              <a:latin typeface="arial"/>
              <a:ea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781200" y="1324080"/>
            <a:ext cx="5876640" cy="1066320"/>
          </a:xfrm>
          <a:prstGeom prst="rect">
            <a:avLst/>
          </a:prstGeom>
          <a:noFill/>
          <a:ln w="0">
            <a:noFill/>
          </a:ln>
        </p:spPr>
        <p:txBody>
          <a:bodyPr lIns="91440" tIns="91440" rIns="91440" bIns="91440" anchor="t">
            <a:normAutofit/>
          </a:bodyPr>
          <a:lstStyle/>
          <a:p>
            <a:pPr indent="0">
              <a:lnSpc>
                <a:spcPct val="70000"/>
              </a:lnSpc>
              <a:buNone/>
              <a:tabLst>
                <a:tab pos="0" algn="l"/>
              </a:tabLst>
            </a:pPr>
            <a:r>
              <a:rPr lang="en-US" sz="2600" b="0" u="none" strike="noStrike" dirty="0" smtClean="0">
                <a:solidFill>
                  <a:schemeClr val="dk1"/>
                </a:solidFill>
                <a:effectLst/>
                <a:uFillTx/>
                <a:latin typeface="Geist"/>
                <a:ea typeface="Geist"/>
              </a:rPr>
              <a:t> </a:t>
            </a:r>
            <a:r>
              <a:rPr lang="en-US" sz="2600" dirty="0">
                <a:solidFill>
                  <a:schemeClr val="dk1"/>
                </a:solidFill>
                <a:latin typeface="Geist"/>
                <a:ea typeface="Geist"/>
              </a:rPr>
              <a:t> </a:t>
            </a:r>
            <a:r>
              <a:rPr lang="en-US" sz="2600" dirty="0" smtClean="0">
                <a:solidFill>
                  <a:schemeClr val="dk1"/>
                </a:solidFill>
                <a:latin typeface="Geist"/>
                <a:ea typeface="Geist"/>
              </a:rPr>
              <a:t>                            </a:t>
            </a:r>
            <a:r>
              <a:rPr lang="en-US" sz="2600" b="0" u="none" strike="noStrike" dirty="0" smtClean="0">
                <a:solidFill>
                  <a:schemeClr val="dk1"/>
                </a:solidFill>
                <a:effectLst/>
                <a:uFillTx/>
                <a:latin typeface="Geist"/>
                <a:ea typeface="Geist"/>
              </a:rPr>
              <a:t>Thank</a:t>
            </a:r>
            <a:r>
              <a:rPr lang="fr-FR" sz="2600" dirty="0" smtClean="0">
                <a:solidFill>
                  <a:schemeClr val="dk1"/>
                </a:solidFill>
                <a:latin typeface="Arial"/>
                <a:ea typeface="Geist"/>
              </a:rPr>
              <a:t> </a:t>
            </a:r>
            <a:r>
              <a:rPr lang="en-US" sz="2600" b="0" u="none" strike="noStrike" dirty="0" smtClean="0">
                <a:solidFill>
                  <a:schemeClr val="dk1"/>
                </a:solidFill>
                <a:effectLst/>
                <a:uFillTx/>
                <a:latin typeface="Geist"/>
                <a:ea typeface="Geist"/>
              </a:rPr>
              <a:t>you</a:t>
            </a:r>
            <a:endParaRPr lang="fr-FR" sz="2600" b="0" u="none" strike="noStrike" dirty="0">
              <a:solidFill>
                <a:schemeClr val="dk1"/>
              </a:solidFill>
              <a:effectLst/>
              <a:uFillTx/>
              <a:latin typeface="Arial"/>
            </a:endParaRPr>
          </a:p>
        </p:txBody>
      </p:sp>
      <p:sp>
        <p:nvSpPr>
          <p:cNvPr id="102" name="PlaceHolder 2"/>
          <p:cNvSpPr>
            <a:spLocks noGrp="1"/>
          </p:cNvSpPr>
          <p:nvPr>
            <p:ph type="subTitle"/>
          </p:nvPr>
        </p:nvSpPr>
        <p:spPr>
          <a:xfrm>
            <a:off x="1933560" y="2523960"/>
            <a:ext cx="5276520" cy="1295640"/>
          </a:xfrm>
          <a:prstGeom prst="rect">
            <a:avLst/>
          </a:prstGeom>
          <a:noFill/>
          <a:ln w="0">
            <a:noFill/>
          </a:ln>
        </p:spPr>
        <p:txBody>
          <a:bodyPr lIns="91440" tIns="91440" rIns="91440" bIns="91440" anchor="t">
            <a:spAutoFit/>
          </a:bodyPr>
          <a:lstStyle/>
          <a:p>
            <a:pPr indent="0" algn="ctr">
              <a:buNone/>
            </a:pPr>
            <a:endParaRPr lang="en-US" sz="1200" b="0" u="none" strike="noStrike">
              <a:solidFill>
                <a:schemeClr val="dk1"/>
              </a:solidFill>
              <a:effectLst/>
              <a:uFillTx/>
              <a:latin typeface="arial"/>
              <a:ea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xmlns:p15="http://schemas.microsoft.com/office/powerpoint/2012/main">
      <p:transition spd="slow"/>
    </mc:Fallback>
  </mc:AlternateContent>
  <p:timing>
    <p:tnLst>
      <p:par>
        <p:cTn id="1" dur="indefinite" restart="never" nodeType="tmRoot"/>
      </p:par>
    </p:tnLst>
  </p:timing>
</p:sld>
</file>

<file path=ppt/theme/theme1.xml><?xml version="1.0" encoding="utf-8"?>
<a:theme xmlns:a="http://schemas.openxmlformats.org/drawingml/2006/main" name="Project Roadmaps by Slidesgo">
  <a:themeElements>
    <a:clrScheme name="Simple Light">
      <a:dk1>
        <a:srgbClr val="FFFFFF"/>
      </a:dk1>
      <a:lt1>
        <a:srgbClr val="13332D"/>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FFFFFF"/>
      </a:dk1>
      <a:lt1>
        <a:srgbClr val="22244E"/>
      </a:lt1>
      <a:dk2>
        <a:srgbClr val="503259"/>
      </a:dk2>
      <a:lt2>
        <a:srgbClr val="765186"/>
      </a:lt2>
      <a:accent1>
        <a:srgbClr val="B07CC6"/>
      </a:accent1>
      <a:accent2>
        <a:srgbClr val="FAF6E7"/>
      </a:accent2>
      <a:accent3>
        <a:srgbClr val="E3DFD2"/>
      </a:accent3>
      <a:accent4>
        <a:srgbClr val="FFFFFF"/>
      </a:accent4>
      <a:accent5>
        <a:srgbClr val="FFFFFF"/>
      </a:accent5>
      <a:accent6>
        <a:srgbClr val="FFFFFF"/>
      </a:accent6>
      <a:hlink>
        <a:srgbClr val="765186"/>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203</TotalTime>
  <Words>412</Words>
  <Application>Microsoft Office PowerPoint</Application>
  <PresentationFormat>On-screen Show (16:9)</PresentationFormat>
  <Paragraphs>23</Paragraphs>
  <Slides>11</Slides>
  <Notes>0</Notes>
  <HiddenSlides>0</HiddenSlides>
  <MMClips>0</MMClips>
  <ScaleCrop>false</ScaleCrop>
  <HeadingPairs>
    <vt:vector size="4" baseType="variant">
      <vt:variant>
        <vt:lpstr>Theme</vt:lpstr>
      </vt:variant>
      <vt:variant>
        <vt:i4>2</vt:i4>
      </vt:variant>
      <vt:variant>
        <vt:lpstr>Slide Titles</vt:lpstr>
      </vt:variant>
      <vt:variant>
        <vt:i4>11</vt:i4>
      </vt:variant>
    </vt:vector>
  </HeadingPairs>
  <TitlesOfParts>
    <vt:vector size="13" baseType="lpstr">
      <vt:lpstr>Project Roadmaps by Slidesgo</vt:lpstr>
      <vt:lpstr>Slidesgo Final Pages</vt:lpstr>
      <vt:lpstr>Serverless  Apps</vt:lpstr>
      <vt:lpstr>Introduction</vt:lpstr>
      <vt:lpstr>Defining Serverless Architecture</vt:lpstr>
      <vt:lpstr>Benefits of Serverless Computing</vt:lpstr>
      <vt:lpstr>Use Cases in Education and Small Applications</vt:lpstr>
      <vt:lpstr>Implementation- Cloud Weather App</vt:lpstr>
      <vt:lpstr>PowerPoint Presentation</vt:lpstr>
      <vt:lpstr>Detailed Architecture and Components</vt:lpstr>
      <vt:lpstr>Conclusions</vt:lpstr>
      <vt:lpstr>Question and answer</vt:lpstr>
      <vt:lpstr>                              Thank you</vt:lpstr>
    </vt:vector>
  </TitlesOfParts>
  <Company>Microsoft Corporation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Serverless  Apps</dc:title>
  <dc:creator>lenovo</dc:creator>
  <cp:lastModifiedBy>lenovo</cp:lastModifiedBy>
  <cp:revision>16</cp:revision>
  <dcterms:modified xsi:type="dcterms:W3CDTF">2025-12-12T14:41:19Z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2025-12-10T14:53:41Z</dcterms:created>
  <dc:creator>Unknown Creator</dc:creator>
  <dc:description/>
  <dc:language>en-US</dc:language>
  <cp:lastModifiedBy>Unknown Creator</cp:lastModifiedBy>
  <dcterms:modified xsi:type="dcterms:W3CDTF">2025-12-10T14:53:41Z</dcterms:modified>
  <cp:revision>0</cp:revision>
  <dc:subject/>
  <dc:title>Untitled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lides">
    <vt:r8>14</vt:r8>
  </property>
</Properties>
</file>