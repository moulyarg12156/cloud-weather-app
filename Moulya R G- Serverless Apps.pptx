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78" autoAdjust="0"/>
    <p:restoredTop sz="94660"/>
  </p:normalViewPr>
  <p:slideViewPr>
    <p:cSldViewPr>
      <p:cViewPr>
        <p:scale>
          <a:sx n="96" d="100"/>
          <a:sy n="96" d="100"/>
        </p:scale>
        <p:origin x="-332" y="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4" name="Google Shape;9;p2"/>
          <p:cNvPicPr/>
          <p:nvPr/>
        </p:nvPicPr>
        <p:blipFill>
          <a:blip r:embed="rId2"/>
          <a:stretch/>
        </p:blipFill>
        <p:spPr>
          <a:xfrm>
            <a:off x="0" y="0"/>
            <a:ext cx="9143640" cy="5143320"/>
          </a:xfrm>
          <a:prstGeom prst="rect">
            <a:avLst/>
          </a:prstGeom>
          <a:noFill/>
          <a:ln w="0">
            <a:noFill/>
          </a:ln>
        </p:spPr>
      </p:pic>
      <p:sp>
        <p:nvSpPr>
          <p:cNvPr id="5" name="PlaceHolder 1"/>
          <p:cNvSpPr>
            <a:spLocks noGrp="1"/>
          </p:cNvSpPr>
          <p:nvPr>
            <p:ph type="title"/>
          </p:nvPr>
        </p:nvSpPr>
        <p:spPr>
          <a:xfrm>
            <a:off x="1569960" y="1473120"/>
            <a:ext cx="6003720" cy="1995120"/>
          </a:xfrm>
          <a:prstGeom prst="rect">
            <a:avLst/>
          </a:prstGeom>
          <a:noFill/>
          <a:ln w="0">
            <a:noFill/>
          </a:ln>
        </p:spPr>
        <p:txBody>
          <a:bodyPr lIns="91440" tIns="91440" rIns="91440" bIns="91440" anchor="b">
            <a:noAutofit/>
          </a:bodyPr>
          <a:lstStyle/>
          <a:p>
            <a:pPr indent="0">
              <a:buNone/>
            </a:pPr>
            <a:r>
              <a:rPr lang="fr-FR" sz="7300" b="0" u="none" strike="noStrike">
                <a:solidFill>
                  <a:schemeClr val="dk1"/>
                </a:solidFill>
                <a:effectLst/>
                <a:uFillTx/>
                <a:latin typeface="Arial"/>
              </a:rPr>
              <a:t>Click to edit the title text format</a:t>
            </a:r>
          </a:p>
        </p:txBody>
      </p:sp>
      <p:cxnSp>
        <p:nvCxnSpPr>
          <p:cNvPr id="2" name="Google Shape;12;p2"/>
          <p:cNvCxnSpPr/>
          <p:nvPr/>
        </p:nvCxnSpPr>
        <p:spPr>
          <a:xfrm>
            <a:off x="0" y="300960"/>
            <a:ext cx="7932960" cy="360"/>
          </a:xfrm>
          <a:prstGeom prst="straightConnector1">
            <a:avLst/>
          </a:prstGeom>
          <a:ln w="9525">
            <a:solidFill>
              <a:srgbClr val="FFFFFF"/>
            </a:solidFill>
            <a:round/>
          </a:ln>
        </p:spPr>
      </p:cxn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4" name="Google Shape;53;p11"/>
          <p:cNvPicPr/>
          <p:nvPr/>
        </p:nvPicPr>
        <p:blipFill>
          <a:blip r:embed="rId2"/>
          <a:stretch/>
        </p:blipFill>
        <p:spPr>
          <a:xfrm rot="10800000">
            <a:off x="360" y="0"/>
            <a:ext cx="9143640" cy="5143320"/>
          </a:xfrm>
          <a:prstGeom prst="rect">
            <a:avLst/>
          </a:prstGeom>
          <a:noFill/>
          <a:ln w="0">
            <a:noFill/>
          </a:ln>
        </p:spPr>
      </p:pic>
      <p:cxnSp>
        <p:nvCxnSpPr>
          <p:cNvPr id="5" name="Google Shape;54;p11"/>
          <p:cNvCxnSpPr/>
          <p:nvPr/>
        </p:nvCxnSpPr>
        <p:spPr>
          <a:xfrm>
            <a:off x="1211400" y="300960"/>
            <a:ext cx="7932960" cy="360"/>
          </a:xfrm>
          <a:prstGeom prst="straightConnector1">
            <a:avLst/>
          </a:prstGeom>
          <a:ln w="9525">
            <a:solidFill>
              <a:srgbClr val="FFFFFF"/>
            </a:solidFill>
            <a:round/>
          </a:ln>
        </p:spPr>
      </p:cxnSp>
      <p:sp>
        <p:nvSpPr>
          <p:cNvPr id="6" name="PlaceHolder 1"/>
          <p:cNvSpPr>
            <a:spLocks noGrp="1"/>
          </p:cNvSpPr>
          <p:nvPr>
            <p:ph type="title"/>
          </p:nvPr>
        </p:nvSpPr>
        <p:spPr>
          <a:xfrm>
            <a:off x="2339280" y="1761840"/>
            <a:ext cx="6575760" cy="1044720"/>
          </a:xfrm>
          <a:prstGeom prst="rect">
            <a:avLst/>
          </a:prstGeom>
          <a:noFill/>
          <a:ln w="0">
            <a:noFill/>
          </a:ln>
        </p:spPr>
        <p:txBody>
          <a:bodyPr lIns="91440" tIns="91440" rIns="91440" bIns="91440" anchor="b">
            <a:noAutofit/>
          </a:bodyPr>
          <a:lstStyle/>
          <a:p>
            <a:pPr indent="0" algn="r">
              <a:lnSpc>
                <a:spcPct val="70000"/>
              </a:lnSpc>
              <a:buNone/>
            </a:pPr>
            <a:r>
              <a:rPr lang="fr-FR" sz="7200" b="0" u="none" strike="noStrike">
                <a:solidFill>
                  <a:schemeClr val="lt1"/>
                </a:solidFill>
                <a:effectLst/>
                <a:uFillTx/>
                <a:latin typeface="Geist ExtraBold"/>
                <a:ea typeface="Geist ExtraBold"/>
              </a:rPr>
              <a:t>xx%</a:t>
            </a:r>
            <a:endParaRPr lang="fr-FR" sz="72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7" name="Google Shape;59;p13"/>
          <p:cNvPicPr/>
          <p:nvPr/>
        </p:nvPicPr>
        <p:blipFill>
          <a:blip r:embed="rId2"/>
          <a:stretch/>
        </p:blipFill>
        <p:spPr>
          <a:xfrm>
            <a:off x="0" y="0"/>
            <a:ext cx="9143640" cy="5143320"/>
          </a:xfrm>
          <a:prstGeom prst="rect">
            <a:avLst/>
          </a:prstGeom>
          <a:noFill/>
          <a:ln w="0">
            <a:noFill/>
          </a:ln>
        </p:spPr>
      </p:pic>
      <p:sp>
        <p:nvSpPr>
          <p:cNvPr id="8" name="PlaceHolder 1"/>
          <p:cNvSpPr>
            <a:spLocks noGrp="1"/>
          </p:cNvSpPr>
          <p:nvPr>
            <p:ph type="title"/>
          </p:nvPr>
        </p:nvSpPr>
        <p:spPr>
          <a:xfrm>
            <a:off x="6139440" y="4144680"/>
            <a:ext cx="2775960" cy="76968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9" name="PlaceHolder 2"/>
          <p:cNvSpPr>
            <a:spLocks noGrp="1"/>
          </p:cNvSpPr>
          <p:nvPr>
            <p:ph type="title"/>
          </p:nvPr>
        </p:nvSpPr>
        <p:spPr>
          <a:xfrm>
            <a:off x="654840" y="1320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0" name="PlaceHolder 3"/>
          <p:cNvSpPr>
            <a:spLocks noGrp="1"/>
          </p:cNvSpPr>
          <p:nvPr>
            <p:ph type="title"/>
          </p:nvPr>
        </p:nvSpPr>
        <p:spPr>
          <a:xfrm>
            <a:off x="654840" y="1851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1" name="PlaceHolder 4"/>
          <p:cNvSpPr>
            <a:spLocks noGrp="1"/>
          </p:cNvSpPr>
          <p:nvPr>
            <p:ph type="title"/>
          </p:nvPr>
        </p:nvSpPr>
        <p:spPr>
          <a:xfrm>
            <a:off x="654840" y="2382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2" name="PlaceHolder 5"/>
          <p:cNvSpPr>
            <a:spLocks noGrp="1"/>
          </p:cNvSpPr>
          <p:nvPr>
            <p:ph type="title"/>
          </p:nvPr>
        </p:nvSpPr>
        <p:spPr>
          <a:xfrm>
            <a:off x="654840" y="2913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3" name="PlaceHolder 6"/>
          <p:cNvSpPr>
            <a:spLocks noGrp="1"/>
          </p:cNvSpPr>
          <p:nvPr>
            <p:ph type="title"/>
          </p:nvPr>
        </p:nvSpPr>
        <p:spPr>
          <a:xfrm>
            <a:off x="4599720" y="1320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4" name="PlaceHolder 7"/>
          <p:cNvSpPr>
            <a:spLocks noGrp="1"/>
          </p:cNvSpPr>
          <p:nvPr>
            <p:ph type="title"/>
          </p:nvPr>
        </p:nvSpPr>
        <p:spPr>
          <a:xfrm>
            <a:off x="4599720" y="1851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5" name="PlaceHolder 8"/>
          <p:cNvSpPr>
            <a:spLocks noGrp="1"/>
          </p:cNvSpPr>
          <p:nvPr>
            <p:ph type="title"/>
          </p:nvPr>
        </p:nvSpPr>
        <p:spPr>
          <a:xfrm>
            <a:off x="4599720" y="2382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6" name="PlaceHolder 9"/>
          <p:cNvSpPr>
            <a:spLocks noGrp="1"/>
          </p:cNvSpPr>
          <p:nvPr>
            <p:ph type="title"/>
          </p:nvPr>
        </p:nvSpPr>
        <p:spPr>
          <a:xfrm>
            <a:off x="4599720" y="2913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cxnSp>
        <p:nvCxnSpPr>
          <p:cNvPr id="17" name="Google Shape;77;p13"/>
          <p:cNvCxnSpPr/>
          <p:nvPr/>
        </p:nvCxnSpPr>
        <p:spPr>
          <a:xfrm>
            <a:off x="0" y="300960"/>
            <a:ext cx="7932960" cy="360"/>
          </a:xfrm>
          <a:prstGeom prst="straightConnector1">
            <a:avLst/>
          </a:prstGeom>
          <a:ln w="9525">
            <a:solidFill>
              <a:srgbClr val="FFFFFF"/>
            </a:solidFill>
            <a:roun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18" name="Google Shape;79;p14"/>
          <p:cNvPicPr/>
          <p:nvPr/>
        </p:nvPicPr>
        <p:blipFill>
          <a:blip r:embed="rId2"/>
          <a:stretch/>
        </p:blipFill>
        <p:spPr>
          <a:xfrm rot="10800000">
            <a:off x="360" y="0"/>
            <a:ext cx="9143640" cy="5143320"/>
          </a:xfrm>
          <a:prstGeom prst="rect">
            <a:avLst/>
          </a:prstGeom>
          <a:noFill/>
          <a:ln w="0">
            <a:noFill/>
          </a:ln>
        </p:spPr>
      </p:pic>
      <p:sp>
        <p:nvSpPr>
          <p:cNvPr id="19" name="PlaceHolder 1"/>
          <p:cNvSpPr>
            <a:spLocks noGrp="1"/>
          </p:cNvSpPr>
          <p:nvPr>
            <p:ph type="title"/>
          </p:nvPr>
        </p:nvSpPr>
        <p:spPr>
          <a:xfrm>
            <a:off x="781920" y="1324080"/>
            <a:ext cx="5879520" cy="106668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cxnSp>
        <p:nvCxnSpPr>
          <p:cNvPr id="20" name="Google Shape;82;p14"/>
          <p:cNvCxnSpPr/>
          <p:nvPr/>
        </p:nvCxnSpPr>
        <p:spPr>
          <a:xfrm>
            <a:off x="1211400" y="300960"/>
            <a:ext cx="7932960" cy="360"/>
          </a:xfrm>
          <a:prstGeom prst="straightConnector1">
            <a:avLst/>
          </a:prstGeom>
          <a:ln w="9525">
            <a:solidFill>
              <a:srgbClr val="FFFFFF"/>
            </a:solidFill>
            <a:round/>
          </a:ln>
        </p:spPr>
      </p:cxnSp>
      <p:sp>
        <p:nvSpPr>
          <p:cNvPr id="2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22" name="Google Shape;84;p15"/>
          <p:cNvPicPr/>
          <p:nvPr/>
        </p:nvPicPr>
        <p:blipFill>
          <a:blip r:embed="rId2"/>
          <a:stretch/>
        </p:blipFill>
        <p:spPr>
          <a:xfrm rot="10800000">
            <a:off x="360" y="0"/>
            <a:ext cx="9143640" cy="5143320"/>
          </a:xfrm>
          <a:prstGeom prst="rect">
            <a:avLst/>
          </a:prstGeom>
          <a:noFill/>
          <a:ln w="0">
            <a:noFill/>
          </a:ln>
        </p:spPr>
      </p:pic>
      <p:cxnSp>
        <p:nvCxnSpPr>
          <p:cNvPr id="23" name="Google Shape;85;p15"/>
          <p:cNvCxnSpPr/>
          <p:nvPr/>
        </p:nvCxnSpPr>
        <p:spPr>
          <a:xfrm>
            <a:off x="1211400" y="300960"/>
            <a:ext cx="7932960" cy="360"/>
          </a:xfrm>
          <a:prstGeom prst="straightConnector1">
            <a:avLst/>
          </a:prstGeom>
          <a:ln w="9525">
            <a:solidFill>
              <a:srgbClr val="FFFFFF"/>
            </a:solidFill>
            <a:round/>
          </a:ln>
        </p:spPr>
      </p:cxnSp>
      <p:sp>
        <p:nvSpPr>
          <p:cNvPr id="24" name="PlaceHolder 1"/>
          <p:cNvSpPr>
            <a:spLocks noGrp="1"/>
          </p:cNvSpPr>
          <p:nvPr>
            <p:ph type="title"/>
          </p:nvPr>
        </p:nvSpPr>
        <p:spPr>
          <a:xfrm>
            <a:off x="235440" y="527040"/>
            <a:ext cx="2840040" cy="7585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5" name="PlaceHolder 2"/>
          <p:cNvSpPr>
            <a:spLocks noGrp="1"/>
          </p:cNvSpPr>
          <p:nvPr>
            <p:ph type="body"/>
          </p:nvPr>
        </p:nvSpPr>
        <p:spPr>
          <a:xfrm>
            <a:off x="5687280" y="0"/>
            <a:ext cx="345672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26" name="Google Shape;90;p16"/>
          <p:cNvPicPr/>
          <p:nvPr/>
        </p:nvPicPr>
        <p:blipFill>
          <a:blip r:embed="rId2"/>
          <a:stretch/>
        </p:blipFill>
        <p:spPr>
          <a:xfrm rot="10800000">
            <a:off x="360" y="0"/>
            <a:ext cx="9143640" cy="5143320"/>
          </a:xfrm>
          <a:prstGeom prst="rect">
            <a:avLst/>
          </a:prstGeom>
          <a:noFill/>
          <a:ln w="0">
            <a:noFill/>
          </a:ln>
        </p:spPr>
      </p:pic>
      <p:cxnSp>
        <p:nvCxnSpPr>
          <p:cNvPr id="27" name="Google Shape;91;p16"/>
          <p:cNvCxnSpPr/>
          <p:nvPr/>
        </p:nvCxnSpPr>
        <p:spPr>
          <a:xfrm>
            <a:off x="1211400" y="300960"/>
            <a:ext cx="7932960" cy="360"/>
          </a:xfrm>
          <a:prstGeom prst="straightConnector1">
            <a:avLst/>
          </a:prstGeom>
          <a:ln w="9525">
            <a:solidFill>
              <a:srgbClr val="FFFFFF"/>
            </a:solidFill>
            <a:round/>
          </a:ln>
        </p:spPr>
      </p:cxnSp>
      <p:sp>
        <p:nvSpPr>
          <p:cNvPr id="28" name="PlaceHolder 1"/>
          <p:cNvSpPr>
            <a:spLocks noGrp="1"/>
          </p:cNvSpPr>
          <p:nvPr>
            <p:ph type="title"/>
          </p:nvPr>
        </p:nvSpPr>
        <p:spPr>
          <a:xfrm>
            <a:off x="228600" y="320760"/>
            <a:ext cx="342072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29" name="Google Shape;100;p17"/>
          <p:cNvPicPr/>
          <p:nvPr/>
        </p:nvPicPr>
        <p:blipFill>
          <a:blip r:embed="rId2"/>
          <a:stretch/>
        </p:blipFill>
        <p:spPr>
          <a:xfrm>
            <a:off x="0" y="0"/>
            <a:ext cx="9143640" cy="5143320"/>
          </a:xfrm>
          <a:prstGeom prst="rect">
            <a:avLst/>
          </a:prstGeom>
          <a:noFill/>
          <a:ln w="0">
            <a:noFill/>
          </a:ln>
        </p:spPr>
      </p:pic>
      <p:cxnSp>
        <p:nvCxnSpPr>
          <p:cNvPr id="30" name="Google Shape;101;p17"/>
          <p:cNvCxnSpPr/>
          <p:nvPr/>
        </p:nvCxnSpPr>
        <p:spPr>
          <a:xfrm>
            <a:off x="0" y="300960"/>
            <a:ext cx="7932960" cy="360"/>
          </a:xfrm>
          <a:prstGeom prst="straightConnector1">
            <a:avLst/>
          </a:prstGeom>
          <a:ln w="9525">
            <a:solidFill>
              <a:srgbClr val="FFFFFF"/>
            </a:solidFill>
            <a:round/>
          </a:ln>
        </p:spPr>
      </p:cxnSp>
      <p:sp>
        <p:nvSpPr>
          <p:cNvPr id="31" name="PlaceHolder 1"/>
          <p:cNvSpPr>
            <a:spLocks noGrp="1"/>
          </p:cNvSpPr>
          <p:nvPr>
            <p:ph type="title"/>
          </p:nvPr>
        </p:nvSpPr>
        <p:spPr>
          <a:xfrm>
            <a:off x="4838040" y="331200"/>
            <a:ext cx="407700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pic>
        <p:nvPicPr>
          <p:cNvPr id="32" name="Google Shape;112;p18"/>
          <p:cNvPicPr/>
          <p:nvPr/>
        </p:nvPicPr>
        <p:blipFill>
          <a:blip r:embed="rId2"/>
          <a:stretch/>
        </p:blipFill>
        <p:spPr>
          <a:xfrm>
            <a:off x="0" y="0"/>
            <a:ext cx="9143640" cy="5143320"/>
          </a:xfrm>
          <a:prstGeom prst="rect">
            <a:avLst/>
          </a:prstGeom>
          <a:noFill/>
          <a:ln w="0">
            <a:noFill/>
          </a:ln>
        </p:spPr>
      </p:pic>
      <p:cxnSp>
        <p:nvCxnSpPr>
          <p:cNvPr id="33" name="Google Shape;113;p18"/>
          <p:cNvCxnSpPr/>
          <p:nvPr/>
        </p:nvCxnSpPr>
        <p:spPr>
          <a:xfrm>
            <a:off x="0" y="300960"/>
            <a:ext cx="7932960" cy="360"/>
          </a:xfrm>
          <a:prstGeom prst="straightConnector1">
            <a:avLst/>
          </a:prstGeom>
          <a:ln w="9525">
            <a:solidFill>
              <a:srgbClr val="FFFFFF"/>
            </a:solidFill>
            <a:round/>
          </a:ln>
        </p:spPr>
      </p:cxnSp>
      <p:sp>
        <p:nvSpPr>
          <p:cNvPr id="34" name="PlaceHolder 1"/>
          <p:cNvSpPr>
            <a:spLocks noGrp="1"/>
          </p:cNvSpPr>
          <p:nvPr>
            <p:ph type="title"/>
          </p:nvPr>
        </p:nvSpPr>
        <p:spPr>
          <a:xfrm>
            <a:off x="228600" y="331200"/>
            <a:ext cx="356436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35" name="Google Shape;116;p19"/>
          <p:cNvPicPr/>
          <p:nvPr/>
        </p:nvPicPr>
        <p:blipFill>
          <a:blip r:embed="rId2"/>
          <a:stretch/>
        </p:blipFill>
        <p:spPr>
          <a:xfrm rot="10800000">
            <a:off x="360" y="0"/>
            <a:ext cx="9143640" cy="5143320"/>
          </a:xfrm>
          <a:prstGeom prst="rect">
            <a:avLst/>
          </a:prstGeom>
          <a:noFill/>
          <a:ln w="0">
            <a:noFill/>
          </a:ln>
        </p:spPr>
      </p:pic>
      <p:cxnSp>
        <p:nvCxnSpPr>
          <p:cNvPr id="36" name="Google Shape;117;p19"/>
          <p:cNvCxnSpPr/>
          <p:nvPr/>
        </p:nvCxnSpPr>
        <p:spPr>
          <a:xfrm>
            <a:off x="1211400" y="300960"/>
            <a:ext cx="7932960" cy="360"/>
          </a:xfrm>
          <a:prstGeom prst="straightConnector1">
            <a:avLst/>
          </a:prstGeom>
          <a:ln w="9525">
            <a:solidFill>
              <a:srgbClr val="FFFFFF"/>
            </a:solidFill>
            <a:round/>
          </a:ln>
        </p:spPr>
      </p:cxnSp>
      <p:sp>
        <p:nvSpPr>
          <p:cNvPr id="37" name="PlaceHolder 1"/>
          <p:cNvSpPr>
            <a:spLocks noGrp="1"/>
          </p:cNvSpPr>
          <p:nvPr>
            <p:ph type="title"/>
          </p:nvPr>
        </p:nvSpPr>
        <p:spPr>
          <a:xfrm>
            <a:off x="5194800" y="649080"/>
            <a:ext cx="3713760" cy="1729080"/>
          </a:xfrm>
          <a:prstGeom prst="rect">
            <a:avLst/>
          </a:prstGeom>
          <a:noFill/>
          <a:ln w="0">
            <a:noFill/>
          </a:ln>
        </p:spPr>
        <p:txBody>
          <a:bodyPr lIns="91440" tIns="91440" rIns="91440" bIns="91440" anchor="b">
            <a:noAutofit/>
          </a:bodyPr>
          <a:lstStyle/>
          <a:p>
            <a:pPr indent="0">
              <a:buNone/>
            </a:pPr>
            <a:r>
              <a:rPr lang="fr-FR" sz="7300" b="0" u="none" strike="noStrike">
                <a:solidFill>
                  <a:schemeClr val="dk1"/>
                </a:solidFill>
                <a:effectLst/>
                <a:uFillTx/>
                <a:latin typeface="Arial"/>
              </a:rPr>
              <a:t>Click to edit the title text format</a:t>
            </a:r>
          </a:p>
        </p:txBody>
      </p:sp>
      <p:sp>
        <p:nvSpPr>
          <p:cNvPr id="38" name="Google Shape;120;p19"/>
          <p:cNvSpPr/>
          <p:nvPr/>
        </p:nvSpPr>
        <p:spPr>
          <a:xfrm>
            <a:off x="249120" y="373572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Open Sans"/>
                <a:ea typeface="Open Sans"/>
              </a:rPr>
              <a:t>CREDITS:</a:t>
            </a:r>
            <a:r>
              <a:rPr lang="en" sz="1000" b="0" u="none" strike="noStrike">
                <a:solidFill>
                  <a:schemeClr val="dk1"/>
                </a:solidFill>
                <a:effectLst/>
                <a:uFillTx/>
                <a:latin typeface="Open Sans"/>
                <a:ea typeface="Open Sans"/>
              </a:rPr>
              <a:t> This presentation template was created by </a:t>
            </a:r>
            <a:r>
              <a:rPr lang="en" sz="1000" b="1" u="sng" strike="noStrike">
                <a:solidFill>
                  <a:schemeClr val="hlink"/>
                </a:solidFill>
                <a:effectLst/>
                <a:uFillTx/>
                <a:latin typeface="Open Sans"/>
                <a:ea typeface="Open Sans"/>
                <a:hlinkClick r:id="rId3"/>
              </a:rPr>
              <a:t>Slidesgo</a:t>
            </a:r>
            <a:r>
              <a:rPr lang="en" sz="1000" b="0" u="none" strike="noStrike">
                <a:solidFill>
                  <a:schemeClr val="dk1"/>
                </a:solidFill>
                <a:effectLst/>
                <a:uFillTx/>
                <a:latin typeface="Open Sans"/>
                <a:ea typeface="Open Sans"/>
              </a:rPr>
              <a:t>, and includes icons, infographics &amp; images by </a:t>
            </a:r>
            <a:r>
              <a:rPr lang="en" sz="1000" b="1" u="sng" strike="noStrike">
                <a:solidFill>
                  <a:schemeClr val="dk1"/>
                </a:solidFill>
                <a:effectLst/>
                <a:uFillTx/>
                <a:latin typeface="Open Sans"/>
                <a:ea typeface="Open Sans"/>
                <a:hlinkClick r:id="rId4"/>
              </a:rPr>
              <a:t>Freepik</a:t>
            </a:r>
            <a:r>
              <a:rPr lang="en" sz="1000" b="0" u="sng" strike="noStrike">
                <a:solidFill>
                  <a:schemeClr val="dk1"/>
                </a:solidFill>
                <a:effectLst/>
                <a:uFillTx/>
                <a:latin typeface="Open Sans"/>
                <a:ea typeface="Open Sans"/>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pic>
        <p:nvPicPr>
          <p:cNvPr id="39" name="Google Shape;122;p20"/>
          <p:cNvPicPr/>
          <p:nvPr/>
        </p:nvPicPr>
        <p:blipFill>
          <a:blip r:embed="rId2"/>
          <a:stretch/>
        </p:blipFill>
        <p:spPr>
          <a:xfrm>
            <a:off x="0" y="0"/>
            <a:ext cx="9143640" cy="5143320"/>
          </a:xfrm>
          <a:prstGeom prst="rect">
            <a:avLst/>
          </a:prstGeom>
          <a:noFill/>
          <a:ln w="0">
            <a:noFill/>
          </a:ln>
        </p:spPr>
      </p:pic>
      <p:cxnSp>
        <p:nvCxnSpPr>
          <p:cNvPr id="40" name="Google Shape;123;p20"/>
          <p:cNvCxnSpPr/>
          <p:nvPr/>
        </p:nvCxnSpPr>
        <p:spPr>
          <a:xfrm>
            <a:off x="0" y="300960"/>
            <a:ext cx="7932960" cy="360"/>
          </a:xfrm>
          <a:prstGeom prst="straightConnector1">
            <a:avLst/>
          </a:prstGeom>
          <a:ln w="9525">
            <a:solidFill>
              <a:srgbClr val="FFFFFF"/>
            </a:solidFill>
            <a:roun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41" name="Google Shape;14;p3"/>
          <p:cNvPicPr/>
          <p:nvPr/>
        </p:nvPicPr>
        <p:blipFill>
          <a:blip r:embed="rId2"/>
          <a:stretch/>
        </p:blipFill>
        <p:spPr>
          <a:xfrm>
            <a:off x="0" y="0"/>
            <a:ext cx="9143640" cy="5143320"/>
          </a:xfrm>
          <a:prstGeom prst="rect">
            <a:avLst/>
          </a:prstGeom>
          <a:noFill/>
          <a:ln w="0">
            <a:noFill/>
          </a:ln>
        </p:spPr>
      </p:pic>
      <p:cxnSp>
        <p:nvCxnSpPr>
          <p:cNvPr id="42" name="Google Shape;15;p3"/>
          <p:cNvCxnSpPr/>
          <p:nvPr/>
        </p:nvCxnSpPr>
        <p:spPr>
          <a:xfrm>
            <a:off x="0" y="300960"/>
            <a:ext cx="7932960" cy="360"/>
          </a:xfrm>
          <a:prstGeom prst="straightConnector1">
            <a:avLst/>
          </a:prstGeom>
          <a:ln w="9525">
            <a:solidFill>
              <a:srgbClr val="FFFFFF"/>
            </a:solidFill>
            <a:round/>
          </a:ln>
        </p:spPr>
      </p:cxnSp>
      <p:sp>
        <p:nvSpPr>
          <p:cNvPr id="43" name="PlaceHolder 1"/>
          <p:cNvSpPr>
            <a:spLocks noGrp="1"/>
          </p:cNvSpPr>
          <p:nvPr>
            <p:ph type="title"/>
          </p:nvPr>
        </p:nvSpPr>
        <p:spPr>
          <a:xfrm>
            <a:off x="3408840" y="2769120"/>
            <a:ext cx="5183640" cy="1261080"/>
          </a:xfrm>
          <a:prstGeom prst="rect">
            <a:avLst/>
          </a:prstGeom>
          <a:noFill/>
          <a:ln w="0">
            <a:noFill/>
          </a:ln>
        </p:spPr>
        <p:txBody>
          <a:bodyPr lIns="91440" tIns="91440" rIns="91440" bIns="91440" anchor="t">
            <a:noAutofit/>
          </a:bodyPr>
          <a:lstStyle/>
          <a:p>
            <a:pPr indent="0">
              <a:buNone/>
            </a:pPr>
            <a:r>
              <a:rPr lang="fr-FR" sz="5400" b="0" u="none" strike="noStrike">
                <a:solidFill>
                  <a:schemeClr val="dk1"/>
                </a:solidFill>
                <a:effectLst/>
                <a:uFillTx/>
                <a:latin typeface="Arial"/>
              </a:rPr>
              <a:t>Click to edit the title text format</a:t>
            </a:r>
          </a:p>
        </p:txBody>
      </p:sp>
      <p:sp>
        <p:nvSpPr>
          <p:cNvPr id="44" name="PlaceHolder 2"/>
          <p:cNvSpPr>
            <a:spLocks noGrp="1"/>
          </p:cNvSpPr>
          <p:nvPr>
            <p:ph type="title"/>
          </p:nvPr>
        </p:nvSpPr>
        <p:spPr>
          <a:xfrm>
            <a:off x="551160" y="1058760"/>
            <a:ext cx="4993560" cy="3455640"/>
          </a:xfrm>
          <a:prstGeom prst="rect">
            <a:avLst/>
          </a:prstGeom>
          <a:noFill/>
          <a:ln w="0">
            <a:noFill/>
          </a:ln>
        </p:spPr>
        <p:txBody>
          <a:bodyPr lIns="91440" tIns="91440" rIns="91440" bIns="91440" anchor="b">
            <a:noAutofit/>
          </a:bodyPr>
          <a:lstStyle/>
          <a:p>
            <a:pPr indent="0">
              <a:lnSpc>
                <a:spcPct val="70000"/>
              </a:lnSpc>
              <a:buNone/>
            </a:pPr>
            <a:r>
              <a:rPr lang="fr-FR" sz="28000" b="0" u="none" strike="noStrike">
                <a:solidFill>
                  <a:schemeClr val="lt1"/>
                </a:solidFill>
                <a:effectLst/>
                <a:uFillTx/>
                <a:latin typeface="Geist ExtraBold"/>
                <a:ea typeface="Geist ExtraBold"/>
              </a:rPr>
              <a:t>xx%</a:t>
            </a:r>
            <a:endParaRPr lang="fr-FR" sz="28000" b="0" u="none" strike="noStrike">
              <a:solidFill>
                <a:schemeClr val="dk1"/>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pic>
        <p:nvPicPr>
          <p:cNvPr id="45" name="Google Shape;125;p21"/>
          <p:cNvPicPr/>
          <p:nvPr/>
        </p:nvPicPr>
        <p:blipFill>
          <a:blip r:embed="rId2"/>
          <a:stretch/>
        </p:blipFill>
        <p:spPr>
          <a:xfrm rot="10800000">
            <a:off x="360" y="0"/>
            <a:ext cx="9143640" cy="5143320"/>
          </a:xfrm>
          <a:prstGeom prst="rect">
            <a:avLst/>
          </a:prstGeom>
          <a:noFill/>
          <a:ln w="0">
            <a:noFill/>
          </a:ln>
        </p:spPr>
      </p:pic>
      <p:cxnSp>
        <p:nvCxnSpPr>
          <p:cNvPr id="46" name="Google Shape;126;p21"/>
          <p:cNvCxnSpPr/>
          <p:nvPr/>
        </p:nvCxnSpPr>
        <p:spPr>
          <a:xfrm>
            <a:off x="1211400" y="300960"/>
            <a:ext cx="7932960" cy="360"/>
          </a:xfrm>
          <a:prstGeom prst="straightConnector1">
            <a:avLst/>
          </a:prstGeom>
          <a:ln w="9525">
            <a:solidFill>
              <a:srgbClr val="FFFFFF"/>
            </a:solidFill>
            <a:roun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47" name="Google Shape;19;p4"/>
          <p:cNvPicPr/>
          <p:nvPr/>
        </p:nvPicPr>
        <p:blipFill>
          <a:blip r:embed="rId2"/>
          <a:stretch/>
        </p:blipFill>
        <p:spPr>
          <a:xfrm rot="10800000">
            <a:off x="360" y="0"/>
            <a:ext cx="9143640" cy="5143320"/>
          </a:xfrm>
          <a:prstGeom prst="rect">
            <a:avLst/>
          </a:prstGeom>
          <a:noFill/>
          <a:ln w="0">
            <a:noFill/>
          </a:ln>
        </p:spPr>
      </p:pic>
      <p:sp>
        <p:nvSpPr>
          <p:cNvPr id="48" name="PlaceHolder 1"/>
          <p:cNvSpPr>
            <a:spLocks noGrp="1"/>
          </p:cNvSpPr>
          <p:nvPr>
            <p:ph type="title"/>
          </p:nvPr>
        </p:nvSpPr>
        <p:spPr>
          <a:xfrm>
            <a:off x="228600" y="22860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9" name="PlaceHolder 2"/>
          <p:cNvSpPr>
            <a:spLocks noGrp="1"/>
          </p:cNvSpPr>
          <p:nvPr>
            <p:ph type="body"/>
          </p:nvPr>
        </p:nvSpPr>
        <p:spPr>
          <a:xfrm>
            <a:off x="228600" y="999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50" name="Google Shape;22;p4"/>
          <p:cNvCxnSpPr/>
          <p:nvPr/>
        </p:nvCxnSpPr>
        <p:spPr>
          <a:xfrm>
            <a:off x="1211400" y="300960"/>
            <a:ext cx="7932960" cy="360"/>
          </a:xfrm>
          <a:prstGeom prst="straightConnector1">
            <a:avLst/>
          </a:prstGeom>
          <a:ln w="9525">
            <a:solidFill>
              <a:srgbClr val="FFFFFF"/>
            </a:solidFill>
            <a:roun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51" name="Google Shape;24;p5"/>
          <p:cNvPicPr/>
          <p:nvPr/>
        </p:nvPicPr>
        <p:blipFill>
          <a:blip r:embed="rId2"/>
          <a:stretch/>
        </p:blipFill>
        <p:spPr>
          <a:xfrm>
            <a:off x="0" y="0"/>
            <a:ext cx="9143640" cy="5143320"/>
          </a:xfrm>
          <a:prstGeom prst="rect">
            <a:avLst/>
          </a:prstGeom>
          <a:noFill/>
          <a:ln w="0">
            <a:noFill/>
          </a:ln>
        </p:spPr>
      </p:pic>
      <p:cxnSp>
        <p:nvCxnSpPr>
          <p:cNvPr id="52" name="Google Shape;25;p5"/>
          <p:cNvCxnSpPr/>
          <p:nvPr/>
        </p:nvCxnSpPr>
        <p:spPr>
          <a:xfrm>
            <a:off x="0" y="300960"/>
            <a:ext cx="7932960" cy="360"/>
          </a:xfrm>
          <a:prstGeom prst="straightConnector1">
            <a:avLst/>
          </a:prstGeom>
          <a:ln w="9525">
            <a:solidFill>
              <a:srgbClr val="FFFFFF"/>
            </a:solidFill>
            <a:round/>
          </a:ln>
        </p:spPr>
      </p:cxnSp>
      <p:sp>
        <p:nvSpPr>
          <p:cNvPr id="53" name="PlaceHolder 1"/>
          <p:cNvSpPr>
            <a:spLocks noGrp="1"/>
          </p:cNvSpPr>
          <p:nvPr>
            <p:ph type="title"/>
          </p:nvPr>
        </p:nvSpPr>
        <p:spPr>
          <a:xfrm>
            <a:off x="6026760" y="331200"/>
            <a:ext cx="288828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54" name="Google Shape;32;p6"/>
          <p:cNvPicPr/>
          <p:nvPr/>
        </p:nvPicPr>
        <p:blipFill>
          <a:blip r:embed="rId2"/>
          <a:stretch/>
        </p:blipFill>
        <p:spPr>
          <a:xfrm rot="10800000">
            <a:off x="360" y="0"/>
            <a:ext cx="9143640" cy="5143320"/>
          </a:xfrm>
          <a:prstGeom prst="rect">
            <a:avLst/>
          </a:prstGeom>
          <a:noFill/>
          <a:ln w="0">
            <a:noFill/>
          </a:ln>
        </p:spPr>
      </p:pic>
      <p:sp>
        <p:nvSpPr>
          <p:cNvPr id="55" name="PlaceHolder 1"/>
          <p:cNvSpPr>
            <a:spLocks noGrp="1"/>
          </p:cNvSpPr>
          <p:nvPr>
            <p:ph type="title"/>
          </p:nvPr>
        </p:nvSpPr>
        <p:spPr>
          <a:xfrm>
            <a:off x="5350680" y="331200"/>
            <a:ext cx="356436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cxnSp>
        <p:nvCxnSpPr>
          <p:cNvPr id="56" name="Google Shape;34;p6"/>
          <p:cNvCxnSpPr/>
          <p:nvPr/>
        </p:nvCxnSpPr>
        <p:spPr>
          <a:xfrm>
            <a:off x="1211400" y="300960"/>
            <a:ext cx="7932960" cy="360"/>
          </a:xfrm>
          <a:prstGeom prst="straightConnector1">
            <a:avLst/>
          </a:prstGeom>
          <a:ln w="9525">
            <a:solidFill>
              <a:srgbClr val="FFFFFF"/>
            </a:solidFill>
            <a:roun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57" name="Google Shape;36;p7"/>
          <p:cNvPicPr/>
          <p:nvPr/>
        </p:nvPicPr>
        <p:blipFill>
          <a:blip r:embed="rId2"/>
          <a:stretch/>
        </p:blipFill>
        <p:spPr>
          <a:xfrm rot="10800000" flipH="1">
            <a:off x="0" y="0"/>
            <a:ext cx="9143640" cy="5143320"/>
          </a:xfrm>
          <a:prstGeom prst="rect">
            <a:avLst/>
          </a:prstGeom>
          <a:noFill/>
          <a:ln w="0">
            <a:noFill/>
          </a:ln>
        </p:spPr>
      </p:pic>
      <p:sp>
        <p:nvSpPr>
          <p:cNvPr id="58" name="PlaceHolder 1"/>
          <p:cNvSpPr>
            <a:spLocks noGrp="1"/>
          </p:cNvSpPr>
          <p:nvPr>
            <p:ph type="title"/>
          </p:nvPr>
        </p:nvSpPr>
        <p:spPr>
          <a:xfrm>
            <a:off x="720000" y="444960"/>
            <a:ext cx="476352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cxnSp>
        <p:nvCxnSpPr>
          <p:cNvPr id="59" name="Google Shape;39;p7"/>
          <p:cNvCxnSpPr/>
          <p:nvPr/>
        </p:nvCxnSpPr>
        <p:spPr>
          <a:xfrm>
            <a:off x="0" y="300960"/>
            <a:ext cx="7932960" cy="360"/>
          </a:xfrm>
          <a:prstGeom prst="straightConnector1">
            <a:avLst/>
          </a:prstGeom>
          <a:ln w="9525">
            <a:solidFill>
              <a:srgbClr val="FFFFFF"/>
            </a:solidFill>
            <a:roun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60" name="Google Shape;41;p8"/>
          <p:cNvPicPr/>
          <p:nvPr/>
        </p:nvPicPr>
        <p:blipFill>
          <a:blip r:embed="rId2"/>
          <a:stretch/>
        </p:blipFill>
        <p:spPr>
          <a:xfrm rot="10800000">
            <a:off x="360" y="0"/>
            <a:ext cx="9143640" cy="5143320"/>
          </a:xfrm>
          <a:prstGeom prst="rect">
            <a:avLst/>
          </a:prstGeom>
          <a:noFill/>
          <a:ln w="0">
            <a:noFill/>
          </a:ln>
        </p:spPr>
      </p:pic>
      <p:sp>
        <p:nvSpPr>
          <p:cNvPr id="61"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cxnSp>
        <p:nvCxnSpPr>
          <p:cNvPr id="62" name="Google Shape;43;p8"/>
          <p:cNvCxnSpPr/>
          <p:nvPr/>
        </p:nvCxnSpPr>
        <p:spPr>
          <a:xfrm>
            <a:off x="1211400" y="300960"/>
            <a:ext cx="7932960" cy="360"/>
          </a:xfrm>
          <a:prstGeom prst="straightConnector1">
            <a:avLst/>
          </a:prstGeom>
          <a:ln w="9525">
            <a:solidFill>
              <a:srgbClr val="FFFFFF"/>
            </a:solidFill>
            <a:roun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63" name="Google Shape;45;p9"/>
          <p:cNvPicPr/>
          <p:nvPr/>
        </p:nvPicPr>
        <p:blipFill>
          <a:blip r:embed="rId2"/>
          <a:stretch/>
        </p:blipFill>
        <p:spPr>
          <a:xfrm rot="10800000" flipH="1">
            <a:off x="0" y="0"/>
            <a:ext cx="9143640" cy="5143320"/>
          </a:xfrm>
          <a:prstGeom prst="rect">
            <a:avLst/>
          </a:prstGeom>
          <a:noFill/>
          <a:ln w="0">
            <a:noFill/>
          </a:ln>
        </p:spPr>
      </p:pic>
      <p:sp>
        <p:nvSpPr>
          <p:cNvPr id="64" name="PlaceHolder 1"/>
          <p:cNvSpPr>
            <a:spLocks noGrp="1"/>
          </p:cNvSpPr>
          <p:nvPr>
            <p:ph type="title"/>
          </p:nvPr>
        </p:nvSpPr>
        <p:spPr>
          <a:xfrm>
            <a:off x="2135520" y="1441800"/>
            <a:ext cx="4872600" cy="118692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cxnSp>
        <p:nvCxnSpPr>
          <p:cNvPr id="65" name="Google Shape;48;p9"/>
          <p:cNvCxnSpPr/>
          <p:nvPr/>
        </p:nvCxnSpPr>
        <p:spPr>
          <a:xfrm>
            <a:off x="0" y="300960"/>
            <a:ext cx="7932960" cy="360"/>
          </a:xfrm>
          <a:prstGeom prst="straightConnector1">
            <a:avLst/>
          </a:prstGeom>
          <a:ln w="9525">
            <a:solidFill>
              <a:srgbClr val="FFFFFF"/>
            </a:solidFill>
            <a:roun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6"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7" name="PlaceHolder 2"/>
          <p:cNvSpPr>
            <a:spLocks noGrp="1"/>
          </p:cNvSpPr>
          <p:nvPr>
            <p:ph type="title"/>
          </p:nvPr>
        </p:nvSpPr>
        <p:spPr>
          <a:xfrm>
            <a:off x="720000" y="4014360"/>
            <a:ext cx="7703640" cy="572400"/>
          </a:xfrm>
          <a:prstGeom prst="rect">
            <a:avLst/>
          </a:prstGeom>
          <a:solidFill>
            <a:schemeClr val="lt2"/>
          </a:solid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8" name="Google Shape;132;p24"/>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9"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70" name="Google Shape;135;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72"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1571760" y="1476360"/>
            <a:ext cx="6000480" cy="1990440"/>
          </a:xfrm>
          <a:prstGeom prst="rect">
            <a:avLst/>
          </a:prstGeom>
          <a:noFill/>
          <a:ln w="0">
            <a:noFill/>
          </a:ln>
        </p:spPr>
        <p:txBody>
          <a:bodyPr lIns="91440" tIns="91440" rIns="91440" bIns="91440" anchor="b">
            <a:normAutofit/>
          </a:bodyPr>
          <a:lstStyle/>
          <a:p>
            <a:pPr indent="0">
              <a:lnSpc>
                <a:spcPct val="70000"/>
              </a:lnSpc>
              <a:buNone/>
              <a:tabLst>
                <a:tab pos="0" algn="l"/>
              </a:tabLst>
            </a:pPr>
            <a:r>
              <a:rPr lang="en-US" sz="7300" b="0" u="none" strike="noStrike" dirty="0" err="1">
                <a:solidFill>
                  <a:schemeClr val="dk1"/>
                </a:solidFill>
                <a:effectLst/>
                <a:uFillTx/>
                <a:latin typeface="Geist"/>
                <a:ea typeface="Geist"/>
              </a:rPr>
              <a:t>Serverless</a:t>
            </a:r>
            <a:endParaRPr lang="fr-FR" sz="7300" b="0" u="none" strike="noStrike" dirty="0">
              <a:solidFill>
                <a:schemeClr val="dk1"/>
              </a:solidFill>
              <a:effectLst/>
              <a:uFillTx/>
              <a:latin typeface="Arial"/>
            </a:endParaRPr>
          </a:p>
          <a:p>
            <a:pPr indent="0">
              <a:lnSpc>
                <a:spcPct val="70000"/>
              </a:lnSpc>
              <a:buNone/>
              <a:tabLst>
                <a:tab pos="0" algn="l"/>
              </a:tabLst>
            </a:pPr>
            <a:r>
              <a:rPr lang="en-US" sz="7300" b="0" u="none" strike="noStrike" dirty="0">
                <a:solidFill>
                  <a:schemeClr val="dk1"/>
                </a:solidFill>
                <a:effectLst/>
                <a:uFillTx/>
                <a:latin typeface="Geist"/>
                <a:ea typeface="Geist"/>
              </a:rPr>
              <a:t> Apps</a:t>
            </a:r>
            <a:endParaRPr lang="fr-FR" sz="7300" b="0" u="none" strike="noStrike" dirty="0">
              <a:solidFill>
                <a:schemeClr val="dk1"/>
              </a:solidFill>
              <a:effectLst/>
              <a:uFillTx/>
              <a:latin typeface="Arial"/>
            </a:endParaRPr>
          </a:p>
        </p:txBody>
      </p:sp>
      <p:sp>
        <p:nvSpPr>
          <p:cNvPr id="74" name="PlaceHolder 2"/>
          <p:cNvSpPr>
            <a:spLocks noGrp="1"/>
          </p:cNvSpPr>
          <p:nvPr>
            <p:ph type="subTitle"/>
          </p:nvPr>
        </p:nvSpPr>
        <p:spPr>
          <a:xfrm>
            <a:off x="2543040" y="3314880"/>
            <a:ext cx="4400280" cy="361440"/>
          </a:xfrm>
          <a:prstGeom prst="rect">
            <a:avLst/>
          </a:prstGeom>
          <a:noFill/>
          <a:ln w="0">
            <a:noFill/>
          </a:ln>
        </p:spPr>
        <p:txBody>
          <a:bodyPr lIns="91440" tIns="91440" rIns="91440" bIns="91440" anchor="t">
            <a:normAutofit fontScale="92500" lnSpcReduction="9999"/>
          </a:bodyPr>
          <a:lstStyle/>
          <a:p>
            <a:pPr indent="0">
              <a:lnSpc>
                <a:spcPct val="100000"/>
              </a:lnSpc>
              <a:buNone/>
              <a:tabLst>
                <a:tab pos="0" algn="l"/>
              </a:tabLst>
            </a:pPr>
            <a:endParaRPr lang="en-US" sz="1400" b="0" u="none" strike="noStrike" dirty="0">
              <a:solidFill>
                <a:srgbClr val="FFFFFF"/>
              </a:solidFill>
              <a:effectLst/>
              <a:uFillTx/>
              <a:latin typeface="OpenSymbol"/>
            </a:endParaRPr>
          </a:p>
        </p:txBody>
      </p:sp>
      <p:sp>
        <p:nvSpPr>
          <p:cNvPr id="75" name="PlaceHolder 3"/>
          <p:cNvSpPr>
            <a:spLocks noGrp="1"/>
          </p:cNvSpPr>
          <p:nvPr>
            <p:ph type="subTitle"/>
          </p:nvPr>
        </p:nvSpPr>
        <p:spPr>
          <a:xfrm>
            <a:off x="228600" y="304920"/>
            <a:ext cx="1076040" cy="361440"/>
          </a:xfrm>
          <a:prstGeom prst="rect">
            <a:avLst/>
          </a:prstGeom>
          <a:noFill/>
          <a:ln w="0">
            <a:noFill/>
          </a:ln>
        </p:spPr>
        <p:txBody>
          <a:bodyPr lIns="91440" tIns="91440" rIns="91440" bIns="91440" anchor="t">
            <a:normAutofit fontScale="70000" lnSpcReduction="19999"/>
          </a:bodyPr>
          <a:lstStyle/>
          <a:p>
            <a:pPr indent="0" algn="ctr">
              <a:lnSpc>
                <a:spcPct val="100000"/>
              </a:lnSpc>
              <a:buNone/>
              <a:tabLst>
                <a:tab pos="0" algn="l"/>
              </a:tabLst>
            </a:pPr>
            <a:endParaRPr lang="en-US" sz="1000" b="0" u="none" strike="noStrike" dirty="0">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237960" y="523800"/>
            <a:ext cx="283824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Geist"/>
                <a:ea typeface="Geist"/>
              </a:rPr>
              <a:t>Introduction</a:t>
            </a:r>
            <a:endParaRPr lang="fr-FR" sz="2600" b="0" u="none" strike="noStrike">
              <a:solidFill>
                <a:schemeClr val="dk1"/>
              </a:solidFill>
              <a:effectLst/>
              <a:uFillTx/>
              <a:latin typeface="Arial"/>
            </a:endParaRPr>
          </a:p>
        </p:txBody>
      </p:sp>
      <p:sp>
        <p:nvSpPr>
          <p:cNvPr id="77" name="PlaceHolder 2"/>
          <p:cNvSpPr>
            <a:spLocks noGrp="1"/>
          </p:cNvSpPr>
          <p:nvPr>
            <p:ph type="subTitle"/>
          </p:nvPr>
        </p:nvSpPr>
        <p:spPr>
          <a:xfrm>
            <a:off x="228600" y="2933640"/>
            <a:ext cx="4295520" cy="1676160"/>
          </a:xfrm>
          <a:prstGeom prst="rect">
            <a:avLst/>
          </a:prstGeom>
          <a:noFill/>
          <a:ln w="0">
            <a:noFill/>
          </a:ln>
        </p:spPr>
        <p:txBody>
          <a:bodyPr lIns="91440" tIns="91440" rIns="91440" bIns="91440" anchor="t">
            <a:normAutofit fontScale="92500" lnSpcReduction="10000"/>
          </a:bodyPr>
          <a:lstStyle/>
          <a:p>
            <a:pPr indent="0" algn="l">
              <a:lnSpc>
                <a:spcPct val="150000"/>
              </a:lnSpc>
              <a:buNone/>
              <a:tabLst>
                <a:tab pos="0" algn="l"/>
              </a:tabLst>
            </a:pPr>
            <a:r>
              <a:rPr lang="en-US" sz="1200" b="0" u="none" strike="noStrike" dirty="0" err="1">
                <a:solidFill>
                  <a:schemeClr val="dk1"/>
                </a:solidFill>
                <a:effectLst/>
                <a:uFillTx/>
                <a:latin typeface="arial"/>
                <a:ea typeface="arial"/>
              </a:rPr>
              <a:t>Serverless</a:t>
            </a:r>
            <a:r>
              <a:rPr lang="en-US" sz="1200" b="0" u="none" strike="noStrike" dirty="0">
                <a:solidFill>
                  <a:schemeClr val="dk1"/>
                </a:solidFill>
                <a:effectLst/>
                <a:uFillTx/>
                <a:latin typeface="arial"/>
                <a:ea typeface="arial"/>
              </a:rPr>
              <a:t> computing eliminates the need to manage servers, enabling code to run only when triggered. This model supports automatic scaling and a pay-per-use billing approach. It is particularly suited for small applications and educational purposes, offering a simple yet powerful environment for deployment and experimentation.</a:t>
            </a:r>
            <a:endParaRPr lang="en-US" sz="1200" b="0" u="none" strike="noStrike" dirty="0">
              <a:solidFill>
                <a:srgbClr val="FFFFFF"/>
              </a:solidFill>
              <a:effectLst/>
              <a:uFillTx/>
              <a:latin typeface="OpenSymbol"/>
            </a:endParaRPr>
          </a:p>
        </p:txBody>
      </p:sp>
      <p:pic>
        <p:nvPicPr>
          <p:cNvPr id="78" name="Google Shape;229;p31"/>
          <p:cNvPicPr/>
          <p:nvPr/>
        </p:nvPicPr>
        <p:blipFill>
          <a:blip r:embed="rId2"/>
          <a:srcRect t="8297" b="8297"/>
          <a:stretch/>
        </p:blipFill>
        <p:spPr>
          <a:xfrm>
            <a:off x="5687280" y="0"/>
            <a:ext cx="3456720" cy="5143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dirty="0" err="1">
                <a:solidFill>
                  <a:schemeClr val="dk1"/>
                </a:solidFill>
                <a:effectLst/>
                <a:uFillTx/>
                <a:latin typeface="Geist"/>
                <a:ea typeface="Geist"/>
              </a:rPr>
              <a:t>Serverless</a:t>
            </a:r>
            <a:r>
              <a:rPr lang="en-US" sz="2600" b="0" u="none" strike="noStrike" dirty="0">
                <a:solidFill>
                  <a:schemeClr val="dk1"/>
                </a:solidFill>
                <a:effectLst/>
                <a:uFillTx/>
                <a:latin typeface="Geist"/>
                <a:ea typeface="Geist"/>
              </a:rPr>
              <a:t> Cloud </a:t>
            </a:r>
            <a:r>
              <a:rPr lang="en-US" sz="2600" b="0" u="none" strike="noStrike" dirty="0" smtClean="0">
                <a:solidFill>
                  <a:schemeClr val="dk1"/>
                </a:solidFill>
                <a:effectLst/>
                <a:uFillTx/>
                <a:latin typeface="Geist"/>
                <a:ea typeface="Geist"/>
              </a:rPr>
              <a:t>Application</a:t>
            </a:r>
            <a:r>
              <a:rPr lang="fr-FR" sz="2600" dirty="0">
                <a:solidFill>
                  <a:schemeClr val="dk1"/>
                </a:solidFill>
                <a:latin typeface="Arial"/>
                <a:ea typeface="Geist"/>
              </a:rPr>
              <a:t> </a:t>
            </a:r>
            <a:r>
              <a:rPr lang="fr-FR" sz="2600" dirty="0" smtClean="0">
                <a:solidFill>
                  <a:schemeClr val="dk1"/>
                </a:solidFill>
                <a:latin typeface="Arial"/>
                <a:ea typeface="Geist"/>
              </a:rPr>
              <a:t>  </a:t>
            </a:r>
            <a:r>
              <a:rPr lang="en-US" sz="2600" b="0" u="none" strike="noStrike" dirty="0" smtClean="0">
                <a:solidFill>
                  <a:schemeClr val="dk1"/>
                </a:solidFill>
                <a:effectLst/>
                <a:uFillTx/>
                <a:latin typeface="Geist"/>
                <a:ea typeface="Geist"/>
              </a:rPr>
              <a:t>Fundamentals</a:t>
            </a:r>
            <a:endParaRPr lang="fr-FR" sz="2600" b="0" u="none" strike="noStrike" dirty="0">
              <a:solidFill>
                <a:schemeClr val="dk1"/>
              </a:solidFill>
              <a:effectLst/>
              <a:uFillTx/>
              <a:latin typeface="Arial"/>
            </a:endParaRPr>
          </a:p>
        </p:txBody>
      </p:sp>
      <p:sp>
        <p:nvSpPr>
          <p:cNvPr id="80" name="PlaceHolder 2"/>
          <p:cNvSpPr>
            <a:spLocks noGrp="1"/>
          </p:cNvSpPr>
          <p:nvPr>
            <p:ph type="subTitle"/>
          </p:nvPr>
        </p:nvSpPr>
        <p:spPr>
          <a:xfrm>
            <a:off x="1933560" y="2523960"/>
            <a:ext cx="5276520" cy="1215717"/>
          </a:xfrm>
          <a:prstGeom prst="rect">
            <a:avLst/>
          </a:prstGeom>
          <a:noFill/>
          <a:ln w="0">
            <a:noFill/>
          </a:ln>
        </p:spPr>
        <p:txBody>
          <a:bodyPr lIns="91440" tIns="91440" rIns="91440" bIns="91440" anchor="t">
            <a:spAutoFit/>
          </a:bodyPr>
          <a:lstStyle/>
          <a:p>
            <a:pPr indent="0" algn="l">
              <a:buNone/>
            </a:pPr>
            <a:r>
              <a:rPr lang="en-US" sz="1200" dirty="0">
                <a:latin typeface="+mn-lt"/>
              </a:rPr>
              <a:t> </a:t>
            </a:r>
            <a:r>
              <a:rPr lang="en-US" sz="1100" dirty="0">
                <a:solidFill>
                  <a:schemeClr val="tx1"/>
                </a:solidFill>
                <a:latin typeface="Arial" pitchFamily="34" charset="0"/>
                <a:cs typeface="Arial" pitchFamily="34" charset="0"/>
              </a:rPr>
              <a:t>Core </a:t>
            </a:r>
            <a:r>
              <a:rPr lang="en-US" sz="1100" dirty="0" smtClean="0">
                <a:solidFill>
                  <a:schemeClr val="tx1"/>
                </a:solidFill>
                <a:latin typeface="Arial" pitchFamily="34" charset="0"/>
                <a:cs typeface="Arial" pitchFamily="34" charset="0"/>
              </a:rPr>
              <a:t>fundamentals include </a:t>
            </a:r>
            <a:r>
              <a:rPr lang="en-US" sz="1100" dirty="0">
                <a:solidFill>
                  <a:schemeClr val="tx1"/>
                </a:solidFill>
                <a:latin typeface="Arial" pitchFamily="34" charset="0"/>
                <a:cs typeface="Arial" pitchFamily="34" charset="0"/>
              </a:rPr>
              <a:t>Functions-as-a-Service (AWS Lambda, </a:t>
            </a:r>
            <a:r>
              <a:rPr lang="en-US" sz="1100" dirty="0" smtClean="0">
                <a:solidFill>
                  <a:schemeClr val="tx1"/>
                </a:solidFill>
                <a:latin typeface="Arial" pitchFamily="34" charset="0"/>
                <a:cs typeface="Arial" pitchFamily="34" charset="0"/>
              </a:rPr>
              <a:t>Azure Functions</a:t>
            </a:r>
            <a:r>
              <a:rPr lang="en-US" sz="1100" dirty="0">
                <a:solidFill>
                  <a:schemeClr val="tx1"/>
                </a:solidFill>
                <a:latin typeface="Arial" pitchFamily="34" charset="0"/>
                <a:cs typeface="Arial" pitchFamily="34" charset="0"/>
              </a:rPr>
              <a:t>), Backend-as-a-Service (</a:t>
            </a:r>
            <a:r>
              <a:rPr lang="en-US" sz="1100" dirty="0" err="1">
                <a:solidFill>
                  <a:schemeClr val="tx1"/>
                </a:solidFill>
                <a:latin typeface="Arial" pitchFamily="34" charset="0"/>
                <a:cs typeface="Arial" pitchFamily="34" charset="0"/>
              </a:rPr>
              <a:t>Auth</a:t>
            </a:r>
            <a:r>
              <a:rPr lang="en-US" sz="1100" dirty="0">
                <a:solidFill>
                  <a:schemeClr val="tx1"/>
                </a:solidFill>
                <a:latin typeface="Arial" pitchFamily="34" charset="0"/>
                <a:cs typeface="Arial" pitchFamily="34" charset="0"/>
              </a:rPr>
              <a:t>, DB, storage), API Gateways, managed databases, and event </a:t>
            </a:r>
            <a:r>
              <a:rPr lang="en-US" sz="1100" dirty="0" smtClean="0">
                <a:solidFill>
                  <a:schemeClr val="tx1"/>
                </a:solidFill>
                <a:latin typeface="Arial" pitchFamily="34" charset="0"/>
                <a:cs typeface="Arial" pitchFamily="34" charset="0"/>
              </a:rPr>
              <a:t>streams. </a:t>
            </a:r>
            <a:r>
              <a:rPr lang="en-US" sz="1100" dirty="0">
                <a:solidFill>
                  <a:schemeClr val="tx1"/>
                </a:solidFill>
                <a:latin typeface="Arial" pitchFamily="34" charset="0"/>
                <a:cs typeface="Arial" pitchFamily="34" charset="0"/>
              </a:rPr>
              <a:t>Benefits: reduced operations, cost efficiency, rapid development, and global </a:t>
            </a:r>
            <a:r>
              <a:rPr lang="en-US" sz="1100" dirty="0" smtClean="0">
                <a:solidFill>
                  <a:schemeClr val="tx1"/>
                </a:solidFill>
                <a:latin typeface="Arial" pitchFamily="34" charset="0"/>
                <a:cs typeface="Arial" pitchFamily="34" charset="0"/>
              </a:rPr>
              <a:t>scalability. </a:t>
            </a:r>
            <a:r>
              <a:rPr lang="en-US" sz="1100" dirty="0">
                <a:solidFill>
                  <a:schemeClr val="tx1"/>
                </a:solidFill>
                <a:latin typeface="Arial" pitchFamily="34" charset="0"/>
                <a:cs typeface="Arial" pitchFamily="34" charset="0"/>
              </a:rPr>
              <a:t>A starter pattern is a web app with a </a:t>
            </a:r>
            <a:r>
              <a:rPr lang="en-US" sz="1100" dirty="0" err="1">
                <a:solidFill>
                  <a:schemeClr val="tx1"/>
                </a:solidFill>
                <a:latin typeface="Arial" pitchFamily="34" charset="0"/>
                <a:cs typeface="Arial" pitchFamily="34" charset="0"/>
              </a:rPr>
              <a:t>serverless</a:t>
            </a:r>
            <a:r>
              <a:rPr lang="en-US" sz="1100" dirty="0">
                <a:solidFill>
                  <a:schemeClr val="tx1"/>
                </a:solidFill>
                <a:latin typeface="Arial" pitchFamily="34" charset="0"/>
                <a:cs typeface="Arial" pitchFamily="34" charset="0"/>
              </a:rPr>
              <a:t> API layer, </a:t>
            </a:r>
            <a:r>
              <a:rPr lang="en-US" sz="1100" dirty="0" err="1">
                <a:solidFill>
                  <a:schemeClr val="tx1"/>
                </a:solidFill>
                <a:latin typeface="Arial" pitchFamily="34" charset="0"/>
                <a:cs typeface="Arial" pitchFamily="34" charset="0"/>
              </a:rPr>
              <a:t>serverless</a:t>
            </a:r>
            <a:r>
              <a:rPr lang="en-US" sz="1100" dirty="0">
                <a:solidFill>
                  <a:schemeClr val="tx1"/>
                </a:solidFill>
                <a:latin typeface="Arial" pitchFamily="34" charset="0"/>
                <a:cs typeface="Arial" pitchFamily="34" charset="0"/>
              </a:rPr>
              <a:t> DB, and queues for processing; start small, design for security and </a:t>
            </a:r>
            <a:r>
              <a:rPr lang="en-US" sz="1100" dirty="0" err="1">
                <a:solidFill>
                  <a:schemeClr val="tx1"/>
                </a:solidFill>
                <a:latin typeface="Arial" pitchFamily="34" charset="0"/>
                <a:cs typeface="Arial" pitchFamily="34" charset="0"/>
              </a:rPr>
              <a:t>observability</a:t>
            </a:r>
            <a:r>
              <a:rPr lang="en-US" sz="1100" dirty="0">
                <a:solidFill>
                  <a:schemeClr val="tx1"/>
                </a:solidFill>
                <a:latin typeface="Arial" pitchFamily="34" charset="0"/>
                <a:cs typeface="Arial" pitchFamily="34" charset="0"/>
              </a:rPr>
              <a:t>, and iterate toward a full MVP. </a:t>
            </a:r>
            <a:endParaRPr lang="en-US" sz="1100" b="0" u="none" strike="noStrike" dirty="0">
              <a:solidFill>
                <a:schemeClr val="tx1"/>
              </a:solidFill>
              <a:effectLst/>
              <a:uFillTx/>
              <a:latin typeface="Arial" pitchFamily="34" charset="0"/>
              <a:ea typeface="arial"/>
              <a:cs typeface="Arial"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dirty="0">
                <a:solidFill>
                  <a:schemeClr val="dk1"/>
                </a:solidFill>
                <a:effectLst/>
                <a:uFillTx/>
                <a:latin typeface="Geist"/>
                <a:ea typeface="Geist"/>
              </a:rPr>
              <a:t>Defining </a:t>
            </a:r>
            <a:r>
              <a:rPr lang="en-US" sz="2600" b="0" u="none" strike="noStrike" dirty="0" err="1" smtClean="0">
                <a:solidFill>
                  <a:schemeClr val="dk1"/>
                </a:solidFill>
                <a:effectLst/>
                <a:uFillTx/>
                <a:latin typeface="Geist"/>
                <a:ea typeface="Geist"/>
              </a:rPr>
              <a:t>Serverless</a:t>
            </a:r>
            <a:r>
              <a:rPr lang="fr-FR" sz="2600" dirty="0">
                <a:solidFill>
                  <a:schemeClr val="dk1"/>
                </a:solidFill>
                <a:latin typeface="Arial"/>
                <a:ea typeface="Geist"/>
              </a:rPr>
              <a:t> </a:t>
            </a:r>
            <a:r>
              <a:rPr lang="en-US" sz="2600" b="0" u="none" strike="noStrike" dirty="0" smtClean="0">
                <a:solidFill>
                  <a:schemeClr val="dk1"/>
                </a:solidFill>
                <a:effectLst/>
                <a:uFillTx/>
                <a:latin typeface="Geist"/>
                <a:ea typeface="Geist"/>
              </a:rPr>
              <a:t>Architecture</a:t>
            </a:r>
            <a:endParaRPr lang="fr-FR" sz="2600" b="0" u="none" strike="noStrike" dirty="0">
              <a:solidFill>
                <a:schemeClr val="dk1"/>
              </a:solidFill>
              <a:effectLst/>
              <a:uFillTx/>
              <a:latin typeface="Arial"/>
            </a:endParaRPr>
          </a:p>
        </p:txBody>
      </p:sp>
      <p:sp>
        <p:nvSpPr>
          <p:cNvPr id="82" name="PlaceHolder 2"/>
          <p:cNvSpPr>
            <a:spLocks noGrp="1"/>
          </p:cNvSpPr>
          <p:nvPr>
            <p:ph type="subTitle"/>
          </p:nvPr>
        </p:nvSpPr>
        <p:spPr>
          <a:xfrm>
            <a:off x="1933560" y="2523960"/>
            <a:ext cx="5276520" cy="1294920"/>
          </a:xfrm>
          <a:prstGeom prst="rect">
            <a:avLst/>
          </a:prstGeom>
          <a:noFill/>
          <a:ln w="0">
            <a:noFill/>
          </a:ln>
        </p:spPr>
        <p:txBody>
          <a:bodyPr lIns="91440" tIns="91440" rIns="91440" bIns="91440" anchor="t">
            <a:normAutofit fontScale="92500" lnSpcReduction="20000"/>
          </a:bodyPr>
          <a:lstStyle/>
          <a:p>
            <a:pPr indent="0">
              <a:lnSpc>
                <a:spcPct val="150000"/>
              </a:lnSpc>
              <a:buNone/>
              <a:tabLst>
                <a:tab pos="0" algn="l"/>
              </a:tabLst>
            </a:pPr>
            <a:r>
              <a:rPr lang="en-US" sz="1200" b="0" u="none" strike="noStrike" dirty="0" err="1">
                <a:solidFill>
                  <a:schemeClr val="dk1"/>
                </a:solidFill>
                <a:effectLst/>
                <a:uFillTx/>
                <a:latin typeface="arial"/>
                <a:ea typeface="arial"/>
              </a:rPr>
              <a:t>Serverless</a:t>
            </a:r>
            <a:r>
              <a:rPr lang="en-US" sz="1200" b="0" u="none" strike="noStrike" dirty="0">
                <a:solidFill>
                  <a:schemeClr val="dk1"/>
                </a:solidFill>
                <a:effectLst/>
                <a:uFillTx/>
                <a:latin typeface="arial"/>
                <a:ea typeface="arial"/>
              </a:rPr>
              <a:t> architecture allows developers to build and run applications without managing infrastructure. Code executes in response to events, with cloud providers handling server provisioning and scaling. This approach reduces operational overhead and enables efficient resource use by running functions only when needed.</a:t>
            </a:r>
            <a:endParaRPr lang="en-US" sz="1200" b="0" u="none" strike="noStrike" dirty="0">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237960" y="523800"/>
            <a:ext cx="2838240" cy="761760"/>
          </a:xfrm>
          <a:prstGeom prst="rect">
            <a:avLst/>
          </a:prstGeom>
          <a:noFill/>
          <a:ln w="0">
            <a:noFill/>
          </a:ln>
        </p:spPr>
        <p:txBody>
          <a:bodyPr lIns="91440" tIns="91440" rIns="91440" bIns="91440" anchor="t">
            <a:normAutofit fontScale="90000"/>
          </a:bodyPr>
          <a:lstStyle/>
          <a:p>
            <a:pPr indent="0">
              <a:lnSpc>
                <a:spcPct val="70000"/>
              </a:lnSpc>
              <a:buNone/>
              <a:tabLst>
                <a:tab pos="0" algn="l"/>
              </a:tabLst>
            </a:pPr>
            <a:r>
              <a:rPr lang="en-US" sz="2600" b="0" u="none" strike="noStrike" dirty="0">
                <a:solidFill>
                  <a:schemeClr val="dk1"/>
                </a:solidFill>
                <a:effectLst/>
                <a:uFillTx/>
                <a:latin typeface="Geist"/>
                <a:ea typeface="Geist"/>
              </a:rPr>
              <a:t>Benefits </a:t>
            </a:r>
            <a:r>
              <a:rPr lang="en-US" sz="2600" b="0" u="none" strike="noStrike" dirty="0" smtClean="0">
                <a:solidFill>
                  <a:schemeClr val="dk1"/>
                </a:solidFill>
                <a:effectLst/>
                <a:uFillTx/>
                <a:latin typeface="Geist"/>
                <a:ea typeface="Geist"/>
              </a:rPr>
              <a:t>of </a:t>
            </a:r>
            <a:r>
              <a:rPr lang="en-US" sz="2600" b="0" u="none" strike="noStrike" dirty="0" err="1" smtClean="0">
                <a:solidFill>
                  <a:schemeClr val="dk1"/>
                </a:solidFill>
                <a:effectLst/>
                <a:uFillTx/>
                <a:latin typeface="Geist"/>
                <a:ea typeface="Geist"/>
              </a:rPr>
              <a:t>Serverless</a:t>
            </a:r>
            <a:r>
              <a:rPr lang="en-US" sz="2600" dirty="0" smtClean="0">
                <a:solidFill>
                  <a:schemeClr val="dk1"/>
                </a:solidFill>
                <a:latin typeface="Geist"/>
                <a:ea typeface="Geist"/>
              </a:rPr>
              <a:t> </a:t>
            </a:r>
            <a:r>
              <a:rPr lang="en-US" sz="2600" b="0" u="none" strike="noStrike" dirty="0" smtClean="0">
                <a:solidFill>
                  <a:schemeClr val="dk1"/>
                </a:solidFill>
                <a:effectLst/>
                <a:uFillTx/>
                <a:latin typeface="Geist"/>
                <a:ea typeface="Geist"/>
              </a:rPr>
              <a:t>Computing</a:t>
            </a:r>
            <a:endParaRPr lang="fr-FR" sz="2600" b="0" u="none" strike="noStrike" dirty="0">
              <a:solidFill>
                <a:schemeClr val="dk1"/>
              </a:solidFill>
              <a:effectLst/>
              <a:uFillTx/>
              <a:latin typeface="Arial"/>
            </a:endParaRPr>
          </a:p>
        </p:txBody>
      </p:sp>
      <p:sp>
        <p:nvSpPr>
          <p:cNvPr id="84" name="PlaceHolder 2"/>
          <p:cNvSpPr>
            <a:spLocks noGrp="1"/>
          </p:cNvSpPr>
          <p:nvPr>
            <p:ph type="subTitle"/>
          </p:nvPr>
        </p:nvSpPr>
        <p:spPr>
          <a:xfrm>
            <a:off x="228600" y="2933640"/>
            <a:ext cx="4295520" cy="167616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200" b="0" u="none" strike="noStrike">
                <a:solidFill>
                  <a:schemeClr val="dk1"/>
                </a:solidFill>
                <a:effectLst/>
                <a:uFillTx/>
                <a:latin typeface="arial"/>
                <a:ea typeface="arial"/>
              </a:rPr>
              <a:t>Serverless computing offers key benefits like automatic scalability, cost efficiency through pay-as-you-go pricing, and simplified deployment. It enables faster development cycles and allows teams to focus on writing code rather than infrastructure management. This model is excellent for teaching due to its straightforward and transparent architecture.</a:t>
            </a:r>
            <a:endParaRPr lang="en-US" sz="1200" b="0" u="none" strike="noStrike">
              <a:solidFill>
                <a:srgbClr val="FFFFFF"/>
              </a:solidFill>
              <a:effectLst/>
              <a:uFillTx/>
              <a:latin typeface="OpenSymbol"/>
            </a:endParaRPr>
          </a:p>
        </p:txBody>
      </p:sp>
      <p:pic>
        <p:nvPicPr>
          <p:cNvPr id="85" name="Google Shape;229;p31"/>
          <p:cNvPicPr/>
          <p:nvPr/>
        </p:nvPicPr>
        <p:blipFill>
          <a:blip r:embed="rId2"/>
          <a:srcRect t="8297" b="8297"/>
          <a:stretch/>
        </p:blipFill>
        <p:spPr>
          <a:xfrm>
            <a:off x="5687280" y="0"/>
            <a:ext cx="3456720" cy="5143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dirty="0">
                <a:solidFill>
                  <a:schemeClr val="dk1"/>
                </a:solidFill>
                <a:effectLst/>
                <a:uFillTx/>
                <a:latin typeface="Geist"/>
                <a:ea typeface="Geist"/>
              </a:rPr>
              <a:t>Use Cases in Education and </a:t>
            </a:r>
            <a:r>
              <a:rPr lang="en-US" sz="2600" b="0" u="none" strike="noStrike" dirty="0" smtClean="0">
                <a:solidFill>
                  <a:schemeClr val="dk1"/>
                </a:solidFill>
                <a:effectLst/>
                <a:uFillTx/>
                <a:latin typeface="Geist"/>
                <a:ea typeface="Geist"/>
              </a:rPr>
              <a:t>Small</a:t>
            </a:r>
            <a:r>
              <a:rPr lang="fr-FR" sz="2600" dirty="0">
                <a:solidFill>
                  <a:schemeClr val="dk1"/>
                </a:solidFill>
                <a:latin typeface="Arial"/>
                <a:ea typeface="Geist"/>
              </a:rPr>
              <a:t> </a:t>
            </a:r>
            <a:r>
              <a:rPr lang="en-US" sz="2600" b="0" u="none" strike="noStrike" dirty="0" smtClean="0">
                <a:solidFill>
                  <a:schemeClr val="dk1"/>
                </a:solidFill>
                <a:effectLst/>
                <a:uFillTx/>
                <a:latin typeface="Geist"/>
                <a:ea typeface="Geist"/>
              </a:rPr>
              <a:t>Applications</a:t>
            </a:r>
            <a:endParaRPr lang="fr-FR" sz="2600" b="0" u="none" strike="noStrike" dirty="0">
              <a:solidFill>
                <a:schemeClr val="dk1"/>
              </a:solidFill>
              <a:effectLst/>
              <a:uFillTx/>
              <a:latin typeface="Arial"/>
            </a:endParaRPr>
          </a:p>
        </p:txBody>
      </p:sp>
      <p:sp>
        <p:nvSpPr>
          <p:cNvPr id="87" name="PlaceHolder 2"/>
          <p:cNvSpPr>
            <a:spLocks noGrp="1"/>
          </p:cNvSpPr>
          <p:nvPr>
            <p:ph type="subTitle"/>
          </p:nvPr>
        </p:nvSpPr>
        <p:spPr>
          <a:xfrm>
            <a:off x="1933560" y="2523960"/>
            <a:ext cx="5276520" cy="129492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200" b="0" u="none" strike="noStrike">
                <a:solidFill>
                  <a:schemeClr val="dk1"/>
                </a:solidFill>
                <a:effectLst/>
                <a:uFillTx/>
                <a:latin typeface="arial"/>
                <a:ea typeface="arial"/>
              </a:rPr>
              <a:t>Serverless is ideal for </a:t>
            </a:r>
            <a:r>
              <a:rPr lang="en-US" sz="1200" b="1" u="none" strike="noStrike">
                <a:solidFill>
                  <a:schemeClr val="dk1"/>
                </a:solidFill>
                <a:effectLst/>
                <a:uFillTx/>
                <a:latin typeface="arial"/>
                <a:ea typeface="arial"/>
              </a:rPr>
              <a:t>educational settings</a:t>
            </a:r>
            <a:r>
              <a:rPr lang="en-US" sz="1200" b="0" u="none" strike="noStrike">
                <a:solidFill>
                  <a:schemeClr val="dk1"/>
                </a:solidFill>
                <a:effectLst/>
                <a:uFillTx/>
                <a:latin typeface="arial"/>
                <a:ea typeface="arial"/>
              </a:rPr>
              <a:t> due to its simplicity and low maintenance. It enables quick deployment of applications without the need for backend server management. Small applications benefit from its </a:t>
            </a:r>
            <a:r>
              <a:rPr lang="en-US" sz="1200" b="1" u="none" strike="noStrike">
                <a:solidFill>
                  <a:schemeClr val="dk1"/>
                </a:solidFill>
                <a:effectLst/>
                <a:uFillTx/>
                <a:latin typeface="arial"/>
                <a:ea typeface="arial"/>
              </a:rPr>
              <a:t>cost efficiency</a:t>
            </a:r>
            <a:r>
              <a:rPr lang="en-US" sz="1200" b="0" u="none" strike="noStrike">
                <a:solidFill>
                  <a:schemeClr val="dk1"/>
                </a:solidFill>
                <a:effectLst/>
                <a:uFillTx/>
                <a:latin typeface="arial"/>
                <a:ea typeface="arial"/>
              </a:rPr>
              <a:t> and scalability, making it suitable for prototypes, demonstrations, and lightweight production systems. This approach fosters rapid learning and innovation.</a:t>
            </a:r>
            <a:endParaRPr lang="en-US" sz="1200" b="0" u="none" strike="noStrike">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dirty="0" smtClean="0">
                <a:solidFill>
                  <a:schemeClr val="dk1"/>
                </a:solidFill>
                <a:effectLst/>
                <a:uFillTx/>
                <a:latin typeface="Geist"/>
                <a:ea typeface="Geist"/>
              </a:rPr>
              <a:t>Implementation- Cloud Weather App</a:t>
            </a:r>
            <a:endParaRPr lang="fr-FR" sz="2600" b="0" u="none" strike="noStrike" dirty="0">
              <a:solidFill>
                <a:schemeClr val="dk1"/>
              </a:solidFill>
              <a:effectLst/>
              <a:uFillTx/>
              <a:latin typeface="Arial"/>
            </a:endParaRPr>
          </a:p>
        </p:txBody>
      </p:sp>
      <p:sp>
        <p:nvSpPr>
          <p:cNvPr id="89" name="PlaceHolder 2"/>
          <p:cNvSpPr>
            <a:spLocks noGrp="1"/>
          </p:cNvSpPr>
          <p:nvPr>
            <p:ph type="subTitle"/>
          </p:nvPr>
        </p:nvSpPr>
        <p:spPr>
          <a:xfrm>
            <a:off x="1933560" y="2523960"/>
            <a:ext cx="5276520" cy="1384995"/>
          </a:xfrm>
          <a:prstGeom prst="rect">
            <a:avLst/>
          </a:prstGeom>
          <a:noFill/>
          <a:ln w="0">
            <a:solidFill>
              <a:schemeClr val="accent1"/>
            </a:solidFill>
          </a:ln>
        </p:spPr>
        <p:txBody>
          <a:bodyPr lIns="91440" tIns="91440" rIns="91440" bIns="91440" anchor="t">
            <a:spAutoFit/>
          </a:bodyPr>
          <a:lstStyle/>
          <a:p>
            <a:pPr marL="171450" indent="-171450" algn="l">
              <a:buFont typeface="Arial" pitchFamily="34" charset="0"/>
              <a:buChar char="•"/>
            </a:pPr>
            <a:r>
              <a:rPr lang="en-US" sz="1100" dirty="0" smtClean="0">
                <a:solidFill>
                  <a:schemeClr val="tx1"/>
                </a:solidFill>
                <a:latin typeface="Arial" pitchFamily="34" charset="0"/>
                <a:cs typeface="Arial" pitchFamily="34" charset="0"/>
              </a:rPr>
              <a:t>Built using HTML, CSS, and JavaScript for a clean and simple UI.</a:t>
            </a:r>
          </a:p>
          <a:p>
            <a:pPr marL="171450" indent="-171450" algn="l">
              <a:buFont typeface="Arial" pitchFamily="34" charset="0"/>
              <a:buChar char="•"/>
            </a:pPr>
            <a:r>
              <a:rPr lang="en-US" sz="1100" dirty="0" smtClean="0">
                <a:solidFill>
                  <a:schemeClr val="tx1"/>
                </a:solidFill>
                <a:latin typeface="Arial" pitchFamily="34" charset="0"/>
                <a:cs typeface="Arial" pitchFamily="34" charset="0"/>
              </a:rPr>
              <a:t>User enters a city name and clicks “Get Weather”.</a:t>
            </a:r>
          </a:p>
          <a:p>
            <a:pPr marL="171450" indent="-171450" algn="l">
              <a:buFont typeface="Arial" pitchFamily="34" charset="0"/>
              <a:buChar char="•"/>
            </a:pPr>
            <a:r>
              <a:rPr lang="en-US" sz="1100" dirty="0" smtClean="0">
                <a:solidFill>
                  <a:schemeClr val="tx1"/>
                </a:solidFill>
                <a:latin typeface="Arial" pitchFamily="34" charset="0"/>
                <a:cs typeface="Arial" pitchFamily="34" charset="0"/>
              </a:rPr>
              <a:t>JavaScript sends API request to </a:t>
            </a:r>
            <a:r>
              <a:rPr lang="en-US" sz="1100" dirty="0" err="1" smtClean="0">
                <a:solidFill>
                  <a:schemeClr val="tx1"/>
                </a:solidFill>
                <a:latin typeface="Arial" pitchFamily="34" charset="0"/>
                <a:cs typeface="Arial" pitchFamily="34" charset="0"/>
              </a:rPr>
              <a:t>OpenWeather</a:t>
            </a:r>
            <a:r>
              <a:rPr lang="en-US" sz="1100" dirty="0" smtClean="0">
                <a:solidFill>
                  <a:schemeClr val="tx1"/>
                </a:solidFill>
                <a:latin typeface="Arial" pitchFamily="34" charset="0"/>
                <a:cs typeface="Arial" pitchFamily="34" charset="0"/>
              </a:rPr>
              <a:t> for real-time data.</a:t>
            </a:r>
          </a:p>
          <a:p>
            <a:pPr marL="171450" indent="-171450" algn="l">
              <a:buFont typeface="Arial" pitchFamily="34" charset="0"/>
              <a:buChar char="•"/>
            </a:pPr>
            <a:r>
              <a:rPr lang="en-US" sz="1100" dirty="0" smtClean="0">
                <a:solidFill>
                  <a:schemeClr val="tx1"/>
                </a:solidFill>
                <a:latin typeface="Arial" pitchFamily="34" charset="0"/>
                <a:cs typeface="Arial" pitchFamily="34" charset="0"/>
              </a:rPr>
              <a:t>Temperature, humidity, and weather condition displayed instantly.</a:t>
            </a:r>
          </a:p>
          <a:p>
            <a:pPr marL="171450" indent="-171450" algn="l">
              <a:buFont typeface="Arial" pitchFamily="34" charset="0"/>
              <a:buChar char="•"/>
            </a:pPr>
            <a:r>
              <a:rPr lang="en-US" sz="1100" dirty="0" smtClean="0">
                <a:solidFill>
                  <a:schemeClr val="tx1"/>
                </a:solidFill>
                <a:latin typeface="Arial" pitchFamily="34" charset="0"/>
                <a:cs typeface="Arial" pitchFamily="34" charset="0"/>
              </a:rPr>
              <a:t>Input validation added for smooth user experience.</a:t>
            </a:r>
          </a:p>
          <a:p>
            <a:pPr marL="171450" indent="-171450" algn="l">
              <a:buFont typeface="Arial" pitchFamily="34" charset="0"/>
              <a:buChar char="•"/>
            </a:pPr>
            <a:r>
              <a:rPr lang="en-US" sz="1100" dirty="0" smtClean="0">
                <a:solidFill>
                  <a:schemeClr val="tx1"/>
                </a:solidFill>
                <a:latin typeface="Arial" pitchFamily="34" charset="0"/>
                <a:cs typeface="Arial" pitchFamily="34" charset="0"/>
              </a:rPr>
              <a:t>Hosted using </a:t>
            </a:r>
            <a:r>
              <a:rPr lang="en-US" sz="1100" dirty="0" err="1" smtClean="0">
                <a:solidFill>
                  <a:schemeClr val="tx1"/>
                </a:solidFill>
                <a:latin typeface="Arial" pitchFamily="34" charset="0"/>
                <a:cs typeface="Arial" pitchFamily="34" charset="0"/>
              </a:rPr>
              <a:t>GitHub</a:t>
            </a:r>
            <a:r>
              <a:rPr lang="en-US" sz="1100" dirty="0" smtClean="0">
                <a:solidFill>
                  <a:schemeClr val="tx1"/>
                </a:solidFill>
                <a:latin typeface="Arial" pitchFamily="34" charset="0"/>
                <a:cs typeface="Arial" pitchFamily="34" charset="0"/>
              </a:rPr>
              <a:t> Pages (</a:t>
            </a:r>
            <a:r>
              <a:rPr lang="en-US" sz="1100" dirty="0" err="1" smtClean="0">
                <a:solidFill>
                  <a:schemeClr val="tx1"/>
                </a:solidFill>
                <a:latin typeface="Arial" pitchFamily="34" charset="0"/>
                <a:cs typeface="Arial" pitchFamily="34" charset="0"/>
              </a:rPr>
              <a:t>serverless</a:t>
            </a:r>
            <a:r>
              <a:rPr lang="en-US" sz="1100" dirty="0" smtClean="0">
                <a:solidFill>
                  <a:schemeClr val="tx1"/>
                </a:solidFill>
                <a:latin typeface="Arial" pitchFamily="34" charset="0"/>
                <a:cs typeface="Arial" pitchFamily="34" charset="0"/>
              </a:rPr>
              <a:t> deployment).</a:t>
            </a:r>
            <a:endParaRPr lang="en-US" sz="1100" dirty="0" smtClean="0">
              <a:latin typeface="Arial" pitchFamily="34" charset="0"/>
              <a:cs typeface="Arial" pitchFamily="34" charset="0"/>
            </a:endParaRPr>
          </a:p>
          <a:p>
            <a:pPr indent="0" algn="ctr">
              <a:buNone/>
            </a:pPr>
            <a:endParaRPr lang="en-US" sz="1200" b="0" u="none" strike="noStrike" dirty="0">
              <a:solidFill>
                <a:schemeClr val="dk1"/>
              </a:solidFill>
              <a:effectLst/>
              <a:uFillTx/>
              <a:latin typeface="arial"/>
              <a:ea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237960" y="523800"/>
            <a:ext cx="2838240" cy="761760"/>
          </a:xfrm>
          <a:prstGeom prst="rect">
            <a:avLst/>
          </a:prstGeom>
          <a:noFill/>
          <a:ln w="0">
            <a:noFill/>
          </a:ln>
        </p:spPr>
        <p:txBody>
          <a:bodyPr lIns="91440" tIns="91440" rIns="91440" bIns="91440" anchor="t">
            <a:normAutofit fontScale="90000"/>
          </a:bodyPr>
          <a:lstStyle/>
          <a:p>
            <a:pPr indent="0">
              <a:lnSpc>
                <a:spcPct val="70000"/>
              </a:lnSpc>
              <a:buNone/>
              <a:tabLst>
                <a:tab pos="0" algn="l"/>
              </a:tabLst>
            </a:pPr>
            <a:r>
              <a:rPr lang="en-US" sz="2600" b="0" u="none" strike="noStrike" dirty="0">
                <a:solidFill>
                  <a:schemeClr val="dk1"/>
                </a:solidFill>
                <a:effectLst/>
                <a:uFillTx/>
                <a:latin typeface="Geist"/>
                <a:ea typeface="Geist"/>
              </a:rPr>
              <a:t>Detailed Architecture </a:t>
            </a:r>
            <a:r>
              <a:rPr lang="en-US" sz="2600" b="0" u="none" strike="noStrike" dirty="0" smtClean="0">
                <a:solidFill>
                  <a:schemeClr val="dk1"/>
                </a:solidFill>
                <a:effectLst/>
                <a:uFillTx/>
                <a:latin typeface="Geist"/>
                <a:ea typeface="Geist"/>
              </a:rPr>
              <a:t>and Components</a:t>
            </a:r>
            <a:endParaRPr lang="fr-FR" sz="2600" b="0" u="none" strike="noStrike" dirty="0">
              <a:solidFill>
                <a:schemeClr val="dk1"/>
              </a:solidFill>
              <a:effectLst/>
              <a:uFillTx/>
              <a:latin typeface="Arial"/>
            </a:endParaRPr>
          </a:p>
        </p:txBody>
      </p:sp>
      <p:sp>
        <p:nvSpPr>
          <p:cNvPr id="91" name="PlaceHolder 2"/>
          <p:cNvSpPr>
            <a:spLocks noGrp="1"/>
          </p:cNvSpPr>
          <p:nvPr>
            <p:ph type="subTitle"/>
          </p:nvPr>
        </p:nvSpPr>
        <p:spPr>
          <a:xfrm>
            <a:off x="228600" y="2933640"/>
            <a:ext cx="4295520" cy="167616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200" b="0" u="none" strike="noStrike" dirty="0">
                <a:solidFill>
                  <a:schemeClr val="dk1"/>
                </a:solidFill>
                <a:effectLst/>
                <a:uFillTx/>
                <a:latin typeface="arial"/>
                <a:ea typeface="arial"/>
              </a:rPr>
              <a:t>The system includes a </a:t>
            </a:r>
            <a:r>
              <a:rPr lang="en-US" sz="1200" b="1" u="none" strike="noStrike" dirty="0">
                <a:solidFill>
                  <a:schemeClr val="dk1"/>
                </a:solidFill>
                <a:effectLst/>
                <a:uFillTx/>
                <a:latin typeface="arial"/>
                <a:ea typeface="arial"/>
              </a:rPr>
              <a:t>frontend</a:t>
            </a:r>
            <a:r>
              <a:rPr lang="en-US" sz="1200" b="0" u="none" strike="noStrike" dirty="0">
                <a:solidFill>
                  <a:schemeClr val="dk1"/>
                </a:solidFill>
                <a:effectLst/>
                <a:uFillTx/>
                <a:latin typeface="arial"/>
                <a:ea typeface="arial"/>
              </a:rPr>
              <a:t> </a:t>
            </a:r>
            <a:r>
              <a:rPr lang="en-US" sz="1200" b="0" u="none" strike="noStrike" dirty="0" smtClean="0">
                <a:solidFill>
                  <a:schemeClr val="dk1"/>
                </a:solidFill>
                <a:effectLst/>
                <a:uFillTx/>
                <a:latin typeface="arial"/>
                <a:ea typeface="arial"/>
              </a:rPr>
              <a:t> built </a:t>
            </a:r>
            <a:r>
              <a:rPr lang="en-US" sz="1200" b="0" u="none" strike="noStrike" dirty="0">
                <a:solidFill>
                  <a:schemeClr val="dk1"/>
                </a:solidFill>
                <a:effectLst/>
                <a:uFillTx/>
                <a:latin typeface="arial"/>
                <a:ea typeface="arial"/>
              </a:rPr>
              <a:t>with HTML, CSS, and JavaScript, which interacts with an API Gateway exposing a public endpoint. This gateway triggers AWS Lambda functions that fetch weather data from external </a:t>
            </a:r>
            <a:r>
              <a:rPr lang="en-US" sz="1200" b="0" u="none" strike="noStrike" dirty="0" smtClean="0">
                <a:solidFill>
                  <a:schemeClr val="dk1"/>
                </a:solidFill>
                <a:effectLst/>
                <a:uFillTx/>
                <a:latin typeface="arial"/>
                <a:ea typeface="arial"/>
              </a:rPr>
              <a:t>source. </a:t>
            </a:r>
            <a:r>
              <a:rPr lang="en-US" sz="1200" b="0" u="none" strike="noStrike" dirty="0">
                <a:solidFill>
                  <a:schemeClr val="dk1"/>
                </a:solidFill>
                <a:effectLst/>
                <a:uFillTx/>
                <a:latin typeface="arial"/>
                <a:ea typeface="arial"/>
              </a:rPr>
              <a:t>The </a:t>
            </a:r>
            <a:r>
              <a:rPr lang="en-US" sz="1200" b="1" u="none" strike="noStrike" dirty="0" err="1">
                <a:solidFill>
                  <a:schemeClr val="dk1"/>
                </a:solidFill>
                <a:effectLst/>
                <a:uFillTx/>
                <a:latin typeface="arial"/>
                <a:ea typeface="arial"/>
              </a:rPr>
              <a:t>serverless</a:t>
            </a:r>
            <a:r>
              <a:rPr lang="en-US" sz="1200" b="1" u="none" strike="noStrike" dirty="0">
                <a:solidFill>
                  <a:schemeClr val="dk1"/>
                </a:solidFill>
                <a:effectLst/>
                <a:uFillTx/>
                <a:latin typeface="arial"/>
                <a:ea typeface="arial"/>
              </a:rPr>
              <a:t> </a:t>
            </a:r>
            <a:r>
              <a:rPr lang="en-US" sz="1200" b="1" u="none" strike="noStrike" dirty="0" smtClean="0">
                <a:solidFill>
                  <a:schemeClr val="dk1"/>
                </a:solidFill>
                <a:effectLst/>
                <a:uFillTx/>
                <a:latin typeface="arial"/>
                <a:ea typeface="arial"/>
              </a:rPr>
              <a:t>backend</a:t>
            </a:r>
            <a:r>
              <a:rPr lang="en-US" sz="1200" b="0" u="none" strike="noStrike" dirty="0" smtClean="0">
                <a:solidFill>
                  <a:schemeClr val="dk1"/>
                </a:solidFill>
                <a:effectLst/>
                <a:uFillTx/>
                <a:latin typeface="arial"/>
                <a:ea typeface="arial"/>
              </a:rPr>
              <a:t> </a:t>
            </a:r>
            <a:r>
              <a:rPr lang="en-US" sz="1200" b="0" u="none" strike="noStrike" dirty="0">
                <a:solidFill>
                  <a:schemeClr val="dk1"/>
                </a:solidFill>
                <a:effectLst/>
                <a:uFillTx/>
                <a:latin typeface="arial"/>
                <a:ea typeface="arial"/>
              </a:rPr>
              <a:t>efficiently processes requests and sends JSON responses back to the frontend, enabling dynamic user interaction.</a:t>
            </a:r>
            <a:endParaRPr lang="en-US" sz="1200" b="0" u="none" strike="noStrike" dirty="0">
              <a:solidFill>
                <a:srgbClr val="FFFFFF"/>
              </a:solidFill>
              <a:effectLst/>
              <a:uFillTx/>
              <a:latin typeface="OpenSymbol"/>
            </a:endParaRPr>
          </a:p>
        </p:txBody>
      </p:sp>
      <p:pic>
        <p:nvPicPr>
          <p:cNvPr id="92" name="Google Shape;229;p31"/>
          <p:cNvPicPr/>
          <p:nvPr/>
        </p:nvPicPr>
        <p:blipFill>
          <a:blip r:embed="rId2"/>
          <a:srcRect t="8297" b="8297"/>
          <a:stretch/>
        </p:blipFill>
        <p:spPr>
          <a:xfrm>
            <a:off x="5687280" y="0"/>
            <a:ext cx="3456720" cy="5143320"/>
          </a:xfrm>
          <a:prstGeom prst="rect">
            <a:avLst/>
          </a:prstGeom>
          <a:noFill/>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dirty="0">
                <a:solidFill>
                  <a:schemeClr val="dk1"/>
                </a:solidFill>
                <a:effectLst/>
                <a:uFillTx/>
                <a:latin typeface="Geist"/>
                <a:ea typeface="Geist"/>
              </a:rPr>
              <a:t>Step-by-Step Workflow </a:t>
            </a:r>
            <a:endParaRPr lang="fr-FR" sz="2600" b="0" u="none" strike="noStrike" dirty="0">
              <a:solidFill>
                <a:schemeClr val="dk1"/>
              </a:solidFill>
              <a:effectLst/>
              <a:uFillTx/>
              <a:latin typeface="Arial"/>
            </a:endParaRPr>
          </a:p>
        </p:txBody>
      </p:sp>
      <p:sp>
        <p:nvSpPr>
          <p:cNvPr id="94" name="PlaceHolder 2"/>
          <p:cNvSpPr>
            <a:spLocks noGrp="1"/>
          </p:cNvSpPr>
          <p:nvPr>
            <p:ph type="subTitle"/>
          </p:nvPr>
        </p:nvSpPr>
        <p:spPr>
          <a:xfrm>
            <a:off x="1933560" y="2523960"/>
            <a:ext cx="5276520" cy="129492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200" b="0" u="none" strike="noStrike" dirty="0">
                <a:solidFill>
                  <a:schemeClr val="dk1"/>
                </a:solidFill>
                <a:effectLst/>
                <a:uFillTx/>
                <a:latin typeface="arial"/>
                <a:ea typeface="arial"/>
              </a:rPr>
              <a:t>Users submit a city name via the frontend interface. The request is sent to the API Gateway, which triggers the Lambda function. Lambda then fetches weather information from the external API </a:t>
            </a:r>
            <a:r>
              <a:rPr lang="en-US" sz="1200" b="0" u="none" strike="noStrike" dirty="0" smtClean="0">
                <a:solidFill>
                  <a:schemeClr val="dk1"/>
                </a:solidFill>
                <a:effectLst/>
                <a:uFillTx/>
                <a:latin typeface="arial"/>
                <a:ea typeface="arial"/>
              </a:rPr>
              <a:t>and </a:t>
            </a:r>
            <a:r>
              <a:rPr lang="en-US" sz="1200" b="0" u="none" strike="noStrike" dirty="0">
                <a:solidFill>
                  <a:schemeClr val="dk1"/>
                </a:solidFill>
                <a:effectLst/>
                <a:uFillTx/>
                <a:latin typeface="arial"/>
                <a:ea typeface="arial"/>
              </a:rPr>
              <a:t>returns a </a:t>
            </a:r>
            <a:r>
              <a:rPr lang="en-US" sz="1200" b="1" u="none" strike="noStrike" dirty="0">
                <a:solidFill>
                  <a:schemeClr val="dk1"/>
                </a:solidFill>
                <a:effectLst/>
                <a:uFillTx/>
                <a:latin typeface="arial"/>
                <a:ea typeface="arial"/>
              </a:rPr>
              <a:t>JSON response</a:t>
            </a:r>
            <a:r>
              <a:rPr lang="en-US" sz="1200" b="0" u="none" strike="noStrike" dirty="0">
                <a:solidFill>
                  <a:schemeClr val="dk1"/>
                </a:solidFill>
                <a:effectLst/>
                <a:uFillTx/>
                <a:latin typeface="arial"/>
                <a:ea typeface="arial"/>
              </a:rPr>
              <a:t>. The UI updates dynamically with the retrieved weather data. Example Python code demonstrates fetching and returning weather results clearly.</a:t>
            </a:r>
            <a:endParaRPr lang="en-US" sz="1200" b="0" u="none" strike="noStrike" dirty="0">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Geist"/>
                <a:ea typeface="Geist"/>
              </a:rPr>
              <a:t>Comparative Analysis and Future</a:t>
            </a:r>
            <a:endParaRPr lang="fr-FR" sz="2600" b="0" u="none" strike="noStrike">
              <a:solidFill>
                <a:schemeClr val="dk1"/>
              </a:solidFill>
              <a:effectLst/>
              <a:uFillTx/>
              <a:latin typeface="Arial"/>
            </a:endParaRPr>
          </a:p>
          <a:p>
            <a:pPr indent="0">
              <a:lnSpc>
                <a:spcPct val="70000"/>
              </a:lnSpc>
              <a:buNone/>
              <a:tabLst>
                <a:tab pos="0" algn="l"/>
              </a:tabLst>
            </a:pPr>
            <a:r>
              <a:rPr lang="en-US" sz="2600" b="0" u="none" strike="noStrike">
                <a:solidFill>
                  <a:schemeClr val="dk1"/>
                </a:solidFill>
                <a:effectLst/>
                <a:uFillTx/>
                <a:latin typeface="Geist"/>
                <a:ea typeface="Geist"/>
              </a:rPr>
              <a:t> Enhancements</a:t>
            </a:r>
            <a:endParaRPr lang="fr-FR" sz="2600" b="0" u="none" strike="noStrike">
              <a:solidFill>
                <a:schemeClr val="dk1"/>
              </a:solidFill>
              <a:effectLst/>
              <a:uFillTx/>
              <a:latin typeface="Arial"/>
            </a:endParaRPr>
          </a:p>
        </p:txBody>
      </p:sp>
      <p:sp>
        <p:nvSpPr>
          <p:cNvPr id="96" name="PlaceHolder 2"/>
          <p:cNvSpPr>
            <a:spLocks noGrp="1"/>
          </p:cNvSpPr>
          <p:nvPr>
            <p:ph type="subTitle"/>
          </p:nvPr>
        </p:nvSpPr>
        <p:spPr>
          <a:xfrm>
            <a:off x="1933560" y="2523960"/>
            <a:ext cx="5276520" cy="129492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200" b="0" u="none" strike="noStrike" dirty="0">
                <a:solidFill>
                  <a:schemeClr val="dk1"/>
                </a:solidFill>
                <a:effectLst/>
                <a:uFillTx/>
                <a:latin typeface="arial"/>
                <a:ea typeface="arial"/>
              </a:rPr>
              <a:t>The </a:t>
            </a:r>
            <a:r>
              <a:rPr lang="en-US" sz="1200" b="0" u="none" strike="noStrike" dirty="0" err="1">
                <a:solidFill>
                  <a:schemeClr val="dk1"/>
                </a:solidFill>
                <a:effectLst/>
                <a:uFillTx/>
                <a:latin typeface="arial"/>
                <a:ea typeface="arial"/>
              </a:rPr>
              <a:t>serverless</a:t>
            </a:r>
            <a:r>
              <a:rPr lang="en-US" sz="1200" b="0" u="none" strike="noStrike" dirty="0">
                <a:solidFill>
                  <a:schemeClr val="dk1"/>
                </a:solidFill>
                <a:effectLst/>
                <a:uFillTx/>
                <a:latin typeface="arial"/>
                <a:ea typeface="arial"/>
              </a:rPr>
              <a:t> solution overcomes issues seen in traditional setups, such as CORS errors and external API failures. </a:t>
            </a:r>
            <a:r>
              <a:rPr lang="en-US" sz="1200" b="0" u="none" strike="noStrike" dirty="0" smtClean="0">
                <a:solidFill>
                  <a:schemeClr val="dk1"/>
                </a:solidFill>
                <a:effectLst/>
                <a:uFillTx/>
                <a:latin typeface="arial"/>
                <a:ea typeface="arial"/>
              </a:rPr>
              <a:t>It </a:t>
            </a:r>
            <a:r>
              <a:rPr lang="en-US" sz="1200" b="0" u="none" strike="noStrike" dirty="0">
                <a:solidFill>
                  <a:schemeClr val="dk1"/>
                </a:solidFill>
                <a:effectLst/>
                <a:uFillTx/>
                <a:latin typeface="arial"/>
                <a:ea typeface="arial"/>
              </a:rPr>
              <a:t>eliminates the need for API keys. Future enhancements include integrating </a:t>
            </a:r>
            <a:r>
              <a:rPr lang="en-US" sz="1200" b="0" u="none" strike="noStrike" dirty="0" err="1">
                <a:solidFill>
                  <a:schemeClr val="dk1"/>
                </a:solidFill>
                <a:effectLst/>
                <a:uFillTx/>
                <a:latin typeface="arial"/>
                <a:ea typeface="arial"/>
              </a:rPr>
              <a:t>DynamoDB</a:t>
            </a:r>
            <a:r>
              <a:rPr lang="en-US" sz="1200" b="0" u="none" strike="noStrike" dirty="0">
                <a:solidFill>
                  <a:schemeClr val="dk1"/>
                </a:solidFill>
                <a:effectLst/>
                <a:uFillTx/>
                <a:latin typeface="arial"/>
                <a:ea typeface="arial"/>
              </a:rPr>
              <a:t> for user data, deploying frontend on S3, adding </a:t>
            </a:r>
            <a:r>
              <a:rPr lang="en-US" sz="1200" b="0" u="none" strike="noStrike" dirty="0" err="1">
                <a:solidFill>
                  <a:schemeClr val="dk1"/>
                </a:solidFill>
                <a:effectLst/>
                <a:uFillTx/>
                <a:latin typeface="arial"/>
                <a:ea typeface="arial"/>
              </a:rPr>
              <a:t>CloudWatch</a:t>
            </a:r>
            <a:r>
              <a:rPr lang="en-US" sz="1200" b="0" u="none" strike="noStrike" dirty="0">
                <a:solidFill>
                  <a:schemeClr val="dk1"/>
                </a:solidFill>
                <a:effectLst/>
                <a:uFillTx/>
                <a:latin typeface="arial"/>
                <a:ea typeface="arial"/>
              </a:rPr>
              <a:t> logging, and improving security for a production-grade environment.</a:t>
            </a:r>
            <a:endParaRPr lang="en-US" sz="1200" b="0" u="none" strike="noStrike" dirty="0">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Geist"/>
                <a:ea typeface="Geist"/>
              </a:rPr>
              <a:t>Conclusions</a:t>
            </a:r>
            <a:endParaRPr lang="fr-FR" sz="2600" b="0" u="none" strike="noStrike">
              <a:solidFill>
                <a:schemeClr val="dk1"/>
              </a:solidFill>
              <a:effectLst/>
              <a:uFillTx/>
              <a:latin typeface="Arial"/>
            </a:endParaRPr>
          </a:p>
        </p:txBody>
      </p:sp>
      <p:sp>
        <p:nvSpPr>
          <p:cNvPr id="98" name="PlaceHolder 2"/>
          <p:cNvSpPr>
            <a:spLocks noGrp="1"/>
          </p:cNvSpPr>
          <p:nvPr>
            <p:ph type="subTitle"/>
          </p:nvPr>
        </p:nvSpPr>
        <p:spPr>
          <a:xfrm>
            <a:off x="1933560" y="2523960"/>
            <a:ext cx="5276520" cy="1294920"/>
          </a:xfrm>
          <a:prstGeom prst="rect">
            <a:avLst/>
          </a:prstGeom>
          <a:noFill/>
          <a:ln w="0">
            <a:noFill/>
          </a:ln>
        </p:spPr>
        <p:txBody>
          <a:bodyPr lIns="91440" tIns="91440" rIns="91440" bIns="91440" anchor="t">
            <a:normAutofit fontScale="92500" lnSpcReduction="19999"/>
          </a:bodyPr>
          <a:lstStyle/>
          <a:p>
            <a:pPr indent="0">
              <a:lnSpc>
                <a:spcPct val="150000"/>
              </a:lnSpc>
              <a:buNone/>
              <a:tabLst>
                <a:tab pos="0" algn="l"/>
              </a:tabLst>
            </a:pPr>
            <a:r>
              <a:rPr lang="en-US" sz="1200" b="0" u="none" strike="noStrike" dirty="0" err="1">
                <a:solidFill>
                  <a:schemeClr val="dk1"/>
                </a:solidFill>
                <a:effectLst/>
                <a:uFillTx/>
                <a:latin typeface="arial"/>
                <a:ea typeface="arial"/>
              </a:rPr>
              <a:t>Serverless</a:t>
            </a:r>
            <a:r>
              <a:rPr lang="en-US" sz="1200" b="0" u="none" strike="noStrike" dirty="0">
                <a:solidFill>
                  <a:schemeClr val="dk1"/>
                </a:solidFill>
                <a:effectLst/>
                <a:uFillTx/>
                <a:latin typeface="arial"/>
                <a:ea typeface="arial"/>
              </a:rPr>
              <a:t> computing </a:t>
            </a:r>
            <a:r>
              <a:rPr lang="en-US" sz="1200" dirty="0" smtClean="0">
                <a:solidFill>
                  <a:schemeClr val="dk1"/>
                </a:solidFill>
                <a:latin typeface="arial"/>
                <a:ea typeface="arial"/>
              </a:rPr>
              <a:t>and deployment </a:t>
            </a:r>
            <a:r>
              <a:rPr lang="en-US" sz="1200" b="0" u="none" strike="noStrike" dirty="0" smtClean="0">
                <a:solidFill>
                  <a:schemeClr val="dk1"/>
                </a:solidFill>
                <a:effectLst/>
                <a:uFillTx/>
                <a:latin typeface="arial"/>
                <a:ea typeface="arial"/>
              </a:rPr>
              <a:t>delivers </a:t>
            </a:r>
            <a:r>
              <a:rPr lang="en-US" sz="1200" b="0" u="none" strike="noStrike" dirty="0">
                <a:solidFill>
                  <a:schemeClr val="dk1"/>
                </a:solidFill>
                <a:effectLst/>
                <a:uFillTx/>
                <a:latin typeface="arial"/>
                <a:ea typeface="arial"/>
              </a:rPr>
              <a:t>a </a:t>
            </a:r>
            <a:r>
              <a:rPr lang="en-US" sz="1200" b="1" u="none" strike="noStrike" dirty="0">
                <a:solidFill>
                  <a:schemeClr val="dk1"/>
                </a:solidFill>
                <a:effectLst/>
                <a:uFillTx/>
                <a:latin typeface="arial"/>
                <a:ea typeface="arial"/>
              </a:rPr>
              <a:t>simple, scalable, and cost-effective</a:t>
            </a:r>
            <a:r>
              <a:rPr lang="en-US" sz="1200" b="0" u="none" strike="noStrike" dirty="0">
                <a:solidFill>
                  <a:schemeClr val="dk1"/>
                </a:solidFill>
                <a:effectLst/>
                <a:uFillTx/>
                <a:latin typeface="arial"/>
                <a:ea typeface="arial"/>
              </a:rPr>
              <a:t> cloud application model. The weather app example highlights its advantages in teaching and deployment. This architecture eliminates backend complexities and improves reliability, making it an excellent choice for both educational and practical implementations in cloud environments.</a:t>
            </a:r>
            <a:endParaRPr lang="en-US" sz="1200" b="0" u="none" strike="noStrike" dirty="0">
              <a:solidFill>
                <a:srgbClr val="FFFFFF"/>
              </a:solidFill>
              <a:effectLst/>
              <a:uFillTx/>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dirty="0" smtClean="0">
                <a:solidFill>
                  <a:schemeClr val="dk1"/>
                </a:solidFill>
                <a:effectLst/>
                <a:uFillTx/>
                <a:latin typeface="Geist"/>
                <a:ea typeface="Geist"/>
              </a:rPr>
              <a:t>Question and</a:t>
            </a:r>
            <a:r>
              <a:rPr lang="fr-FR" sz="2600" dirty="0" smtClean="0">
                <a:solidFill>
                  <a:schemeClr val="dk1"/>
                </a:solidFill>
                <a:latin typeface="Arial"/>
                <a:ea typeface="Geist"/>
              </a:rPr>
              <a:t> </a:t>
            </a:r>
            <a:r>
              <a:rPr lang="en-US" sz="2600" b="0" u="none" strike="noStrike" dirty="0" smtClean="0">
                <a:solidFill>
                  <a:schemeClr val="dk1"/>
                </a:solidFill>
                <a:effectLst/>
                <a:uFillTx/>
                <a:latin typeface="Geist"/>
                <a:ea typeface="Geist"/>
              </a:rPr>
              <a:t>answer</a:t>
            </a:r>
            <a:endParaRPr lang="fr-FR" sz="2600" b="0" u="none" strike="noStrike" dirty="0">
              <a:solidFill>
                <a:schemeClr val="dk1"/>
              </a:solidFill>
              <a:effectLst/>
              <a:uFillTx/>
              <a:latin typeface="Arial"/>
            </a:endParaRPr>
          </a:p>
        </p:txBody>
      </p:sp>
      <p:sp>
        <p:nvSpPr>
          <p:cNvPr id="100" name="PlaceHolder 2"/>
          <p:cNvSpPr>
            <a:spLocks noGrp="1"/>
          </p:cNvSpPr>
          <p:nvPr>
            <p:ph type="subTitle"/>
          </p:nvPr>
        </p:nvSpPr>
        <p:spPr>
          <a:xfrm>
            <a:off x="1933560" y="2523960"/>
            <a:ext cx="5276520" cy="1295640"/>
          </a:xfrm>
          <a:prstGeom prst="rect">
            <a:avLst/>
          </a:prstGeom>
          <a:noFill/>
          <a:ln w="0">
            <a:noFill/>
          </a:ln>
        </p:spPr>
        <p:txBody>
          <a:bodyPr lIns="91440" tIns="91440" rIns="91440" bIns="91440" anchor="t">
            <a:spAutoFit/>
          </a:bodyPr>
          <a:lstStyle/>
          <a:p>
            <a:pPr indent="0" algn="ctr">
              <a:buNone/>
            </a:pPr>
            <a:endParaRPr lang="en-US" sz="1200" b="0" u="none" strike="noStrike">
              <a:solidFill>
                <a:schemeClr val="dk1"/>
              </a:solidFill>
              <a:effectLst/>
              <a:uFillTx/>
              <a:latin typeface="arial"/>
              <a:ea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dirty="0" smtClean="0">
                <a:solidFill>
                  <a:schemeClr val="dk1"/>
                </a:solidFill>
                <a:effectLst/>
                <a:uFillTx/>
                <a:latin typeface="Geist"/>
                <a:ea typeface="Geist"/>
              </a:rPr>
              <a:t> </a:t>
            </a:r>
            <a:r>
              <a:rPr lang="en-US" sz="2600" dirty="0">
                <a:solidFill>
                  <a:schemeClr val="dk1"/>
                </a:solidFill>
                <a:latin typeface="Geist"/>
                <a:ea typeface="Geist"/>
              </a:rPr>
              <a:t> </a:t>
            </a:r>
            <a:r>
              <a:rPr lang="en-US" sz="2600" dirty="0" smtClean="0">
                <a:solidFill>
                  <a:schemeClr val="dk1"/>
                </a:solidFill>
                <a:latin typeface="Geist"/>
                <a:ea typeface="Geist"/>
              </a:rPr>
              <a:t>                            </a:t>
            </a:r>
            <a:r>
              <a:rPr lang="en-US" sz="2600" b="0" u="none" strike="noStrike" dirty="0" smtClean="0">
                <a:solidFill>
                  <a:schemeClr val="dk1"/>
                </a:solidFill>
                <a:effectLst/>
                <a:uFillTx/>
                <a:latin typeface="Geist"/>
                <a:ea typeface="Geist"/>
              </a:rPr>
              <a:t>Thank</a:t>
            </a:r>
            <a:r>
              <a:rPr lang="fr-FR" sz="2600" dirty="0" smtClean="0">
                <a:solidFill>
                  <a:schemeClr val="dk1"/>
                </a:solidFill>
                <a:latin typeface="Arial"/>
                <a:ea typeface="Geist"/>
              </a:rPr>
              <a:t> </a:t>
            </a:r>
            <a:r>
              <a:rPr lang="en-US" sz="2600" b="0" u="none" strike="noStrike" dirty="0" smtClean="0">
                <a:solidFill>
                  <a:schemeClr val="dk1"/>
                </a:solidFill>
                <a:effectLst/>
                <a:uFillTx/>
                <a:latin typeface="Geist"/>
                <a:ea typeface="Geist"/>
              </a:rPr>
              <a:t>you</a:t>
            </a:r>
            <a:endParaRPr lang="fr-FR" sz="2600" b="0" u="none" strike="noStrike" dirty="0">
              <a:solidFill>
                <a:schemeClr val="dk1"/>
              </a:solidFill>
              <a:effectLst/>
              <a:uFillTx/>
              <a:latin typeface="Arial"/>
            </a:endParaRPr>
          </a:p>
        </p:txBody>
      </p:sp>
      <p:sp>
        <p:nvSpPr>
          <p:cNvPr id="102" name="PlaceHolder 2"/>
          <p:cNvSpPr>
            <a:spLocks noGrp="1"/>
          </p:cNvSpPr>
          <p:nvPr>
            <p:ph type="subTitle"/>
          </p:nvPr>
        </p:nvSpPr>
        <p:spPr>
          <a:xfrm>
            <a:off x="1933560" y="2523960"/>
            <a:ext cx="5276520" cy="1295640"/>
          </a:xfrm>
          <a:prstGeom prst="rect">
            <a:avLst/>
          </a:prstGeom>
          <a:noFill/>
          <a:ln w="0">
            <a:noFill/>
          </a:ln>
        </p:spPr>
        <p:txBody>
          <a:bodyPr lIns="91440" tIns="91440" rIns="91440" bIns="91440" anchor="t">
            <a:spAutoFit/>
          </a:bodyPr>
          <a:lstStyle/>
          <a:p>
            <a:pPr indent="0" algn="ctr">
              <a:buNone/>
            </a:pPr>
            <a:endParaRPr lang="en-US" sz="1200" b="0" u="none" strike="noStrike">
              <a:solidFill>
                <a:schemeClr val="dk1"/>
              </a:solidFill>
              <a:effectLst/>
              <a:uFillTx/>
              <a:latin typeface="arial"/>
              <a:ea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sld>
</file>

<file path=ppt/theme/theme1.xml><?xml version="1.0" encoding="utf-8"?>
<a:theme xmlns:a="http://schemas.openxmlformats.org/drawingml/2006/main" name="Project Roadmaps by Slidesgo">
  <a:themeElements>
    <a:clrScheme name="Simple Light">
      <a:dk1>
        <a:srgbClr val="FFFFFF"/>
      </a:dk1>
      <a:lt1>
        <a:srgbClr val="13332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TotalTime>
  <Words>538</Words>
  <Application>Microsoft Office PowerPoint</Application>
  <PresentationFormat>On-screen Show (16:9)</PresentationFormat>
  <Paragraphs>30</Paragraphs>
  <Slides>13</Slides>
  <Notes>0</Notes>
  <HiddenSlides>0</HiddenSlides>
  <MMClips>0</MMClips>
  <ScaleCrop>false</ScaleCrop>
  <HeadingPairs>
    <vt:vector size="4" baseType="variant">
      <vt:variant>
        <vt:lpstr>Theme</vt:lpstr>
      </vt:variant>
      <vt:variant>
        <vt:i4>2</vt:i4>
      </vt:variant>
      <vt:variant>
        <vt:lpstr>Slide Titles</vt:lpstr>
      </vt:variant>
      <vt:variant>
        <vt:i4>13</vt:i4>
      </vt:variant>
    </vt:vector>
  </HeadingPairs>
  <TitlesOfParts>
    <vt:vector size="15" baseType="lpstr">
      <vt:lpstr>Project Roadmaps by Slidesgo</vt:lpstr>
      <vt:lpstr>Slidesgo Final Pages</vt:lpstr>
      <vt:lpstr>Serverless  Apps</vt:lpstr>
      <vt:lpstr>Introduction</vt:lpstr>
      <vt:lpstr>Serverless Cloud Application   Fundamentals</vt:lpstr>
      <vt:lpstr>Defining Serverless Architecture</vt:lpstr>
      <vt:lpstr>Benefits of Serverless Computing</vt:lpstr>
      <vt:lpstr>Use Cases in Education and Small Applications</vt:lpstr>
      <vt:lpstr>Implementation- Cloud Weather App</vt:lpstr>
      <vt:lpstr>Detailed Architecture and Components</vt:lpstr>
      <vt:lpstr>Step-by-Step Workflow </vt:lpstr>
      <vt:lpstr>Comparative Analysis and Future  Enhancements</vt:lpstr>
      <vt:lpstr>Conclusions</vt:lpstr>
      <vt:lpstr>Question and answer</vt:lpstr>
      <vt:lpstr>                              Thank you</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Serverless  Apps</dc:title>
  <dc:creator>lenovo</dc:creator>
  <cp:lastModifiedBy>lenovo</cp:lastModifiedBy>
  <cp:revision>9</cp:revision>
  <dcterms:modified xsi:type="dcterms:W3CDTF">2025-12-10T16:18:24Z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2025-12-10T14:53:41Z</dcterms:created>
  <dc:creator>Unknown Creator</dc:creator>
  <dc:description/>
  <dc:language>en-US</dc:language>
  <cp:lastModifiedBy>Unknown Creator</cp:lastModifiedBy>
  <dcterms:modified xsi:type="dcterms:W3CDTF">2025-12-10T14:53:41Z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14</vt:r8>
  </property>
</Properties>
</file>